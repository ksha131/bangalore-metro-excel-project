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5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17"/>
  </p:notesMasterIdLst>
  <p:sldIdLst>
    <p:sldId id="259" r:id="rId2"/>
    <p:sldId id="276" r:id="rId3"/>
    <p:sldId id="260" r:id="rId4"/>
    <p:sldId id="261" r:id="rId5"/>
    <p:sldId id="262" r:id="rId6"/>
    <p:sldId id="272" r:id="rId7"/>
    <p:sldId id="263" r:id="rId8"/>
    <p:sldId id="264" r:id="rId9"/>
    <p:sldId id="268" r:id="rId10"/>
    <p:sldId id="269" r:id="rId11"/>
    <p:sldId id="273" r:id="rId12"/>
    <p:sldId id="274" r:id="rId13"/>
    <p:sldId id="275" r:id="rId14"/>
    <p:sldId id="271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B9E1FF"/>
    <a:srgbClr val="FFCC00"/>
    <a:srgbClr val="006600"/>
    <a:srgbClr val="FAE12A"/>
    <a:srgbClr val="C7D6EB"/>
    <a:srgbClr val="FAEA98"/>
    <a:srgbClr val="F5E977"/>
    <a:srgbClr val="7AEF5F"/>
    <a:srgbClr val="002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EE705A-815D-4566-AD32-808DE6009EB1}" v="566" dt="2026-10-09T06:26:57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0" y="4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a CR" userId="36591afc81a10a1f" providerId="LiveId" clId="{7D21B3CC-0E02-46B5-A1DE-AE6BF2EE44FE}"/>
    <pc:docChg chg="undo custSel addSld delSld modSld sldOrd modMainMaster">
      <pc:chgData name="Akshaya CR" userId="36591afc81a10a1f" providerId="LiveId" clId="{7D21B3CC-0E02-46B5-A1DE-AE6BF2EE44FE}" dt="2026-10-09T09:32:53.181" v="9245" actId="208"/>
      <pc:docMkLst>
        <pc:docMk/>
      </pc:docMkLst>
      <pc:sldChg chg="addSp modSp mod modTransition setBg">
        <pc:chgData name="Akshaya CR" userId="36591afc81a10a1f" providerId="LiveId" clId="{7D21B3CC-0E02-46B5-A1DE-AE6BF2EE44FE}" dt="2026-10-09T05:20:56.942" v="8967" actId="164"/>
        <pc:sldMkLst>
          <pc:docMk/>
          <pc:sldMk cId="3936453696" sldId="259"/>
        </pc:sldMkLst>
        <pc:spChg chg="add mod">
          <ac:chgData name="Akshaya CR" userId="36591afc81a10a1f" providerId="LiveId" clId="{7D21B3CC-0E02-46B5-A1DE-AE6BF2EE44FE}" dt="2026-10-09T05:20:56.942" v="8967" actId="164"/>
          <ac:spMkLst>
            <pc:docMk/>
            <pc:sldMk cId="3936453696" sldId="259"/>
            <ac:spMk id="2" creationId="{D500BF1A-2A36-4187-A15D-E06F13AE2E84}"/>
          </ac:spMkLst>
        </pc:spChg>
        <pc:spChg chg="add mod">
          <ac:chgData name="Akshaya CR" userId="36591afc81a10a1f" providerId="LiveId" clId="{7D21B3CC-0E02-46B5-A1DE-AE6BF2EE44FE}" dt="2026-10-08T20:30:55.098" v="8847" actId="1076"/>
          <ac:spMkLst>
            <pc:docMk/>
            <pc:sldMk cId="3936453696" sldId="259"/>
            <ac:spMk id="3" creationId="{585C823C-FB23-7B8A-104D-1E8B0AF04E42}"/>
          </ac:spMkLst>
        </pc:spChg>
        <pc:spChg chg="add mod">
          <ac:chgData name="Akshaya CR" userId="36591afc81a10a1f" providerId="LiveId" clId="{7D21B3CC-0E02-46B5-A1DE-AE6BF2EE44FE}" dt="2026-10-09T05:20:56.942" v="8967" actId="164"/>
          <ac:spMkLst>
            <pc:docMk/>
            <pc:sldMk cId="3936453696" sldId="259"/>
            <ac:spMk id="4" creationId="{2E164C74-CA49-CB4C-79A3-E3337EB303D1}"/>
          </ac:spMkLst>
        </pc:spChg>
        <pc:grpChg chg="add mod">
          <ac:chgData name="Akshaya CR" userId="36591afc81a10a1f" providerId="LiveId" clId="{7D21B3CC-0E02-46B5-A1DE-AE6BF2EE44FE}" dt="2026-10-09T05:20:56.942" v="8967" actId="164"/>
          <ac:grpSpMkLst>
            <pc:docMk/>
            <pc:sldMk cId="3936453696" sldId="259"/>
            <ac:grpSpMk id="5" creationId="{35690718-704E-A52D-521B-D547383F226F}"/>
          </ac:grpSpMkLst>
        </pc:grpChg>
      </pc:sldChg>
      <pc:sldChg chg="addSp delSp modSp mod modTransition setBg">
        <pc:chgData name="Akshaya CR" userId="36591afc81a10a1f" providerId="LiveId" clId="{7D21B3CC-0E02-46B5-A1DE-AE6BF2EE44FE}" dt="2026-10-09T09:32:23.146" v="9241" actId="208"/>
        <pc:sldMkLst>
          <pc:docMk/>
          <pc:sldMk cId="3813191562" sldId="260"/>
        </pc:sldMkLst>
        <pc:spChg chg="add mod">
          <ac:chgData name="Akshaya CR" userId="36591afc81a10a1f" providerId="LiveId" clId="{7D21B3CC-0E02-46B5-A1DE-AE6BF2EE44FE}" dt="2026-10-08T18:00:12.606" v="6550" actId="692"/>
          <ac:spMkLst>
            <pc:docMk/>
            <pc:sldMk cId="3813191562" sldId="260"/>
            <ac:spMk id="2" creationId="{6497D556-D318-1760-9A68-FE5855DD64C6}"/>
          </ac:spMkLst>
        </pc:spChg>
        <pc:spChg chg="mod">
          <ac:chgData name="Akshaya CR" userId="36591afc81a10a1f" providerId="LiveId" clId="{7D21B3CC-0E02-46B5-A1DE-AE6BF2EE44FE}" dt="2026-10-07T16:49:00.796" v="202" actId="1076"/>
          <ac:spMkLst>
            <pc:docMk/>
            <pc:sldMk cId="3813191562" sldId="260"/>
            <ac:spMk id="3" creationId="{E2126888-42E9-4D98-6F4F-2F19A009DC3B}"/>
          </ac:spMkLst>
        </pc:spChg>
        <pc:spChg chg="mod">
          <ac:chgData name="Akshaya CR" userId="36591afc81a10a1f" providerId="LiveId" clId="{7D21B3CC-0E02-46B5-A1DE-AE6BF2EE44FE}" dt="2026-10-07T16:45:44.590" v="168" actId="20578"/>
          <ac:spMkLst>
            <pc:docMk/>
            <pc:sldMk cId="3813191562" sldId="260"/>
            <ac:spMk id="4" creationId="{F95E067E-8C9E-2BD4-615E-BE59CA94486E}"/>
          </ac:spMkLst>
        </pc:spChg>
        <pc:spChg chg="mod">
          <ac:chgData name="Akshaya CR" userId="36591afc81a10a1f" providerId="LiveId" clId="{7D21B3CC-0E02-46B5-A1DE-AE6BF2EE44FE}" dt="2026-10-08T17:55:20.237" v="6498" actId="207"/>
          <ac:spMkLst>
            <pc:docMk/>
            <pc:sldMk cId="3813191562" sldId="260"/>
            <ac:spMk id="5" creationId="{8D1F44C8-AB7D-B187-67CE-80628FBC751B}"/>
          </ac:spMkLst>
        </pc:spChg>
        <pc:spChg chg="mod">
          <ac:chgData name="Akshaya CR" userId="36591afc81a10a1f" providerId="LiveId" clId="{7D21B3CC-0E02-46B5-A1DE-AE6BF2EE44FE}" dt="2026-10-08T17:55:20.237" v="6498" actId="207"/>
          <ac:spMkLst>
            <pc:docMk/>
            <pc:sldMk cId="3813191562" sldId="260"/>
            <ac:spMk id="7" creationId="{3256CD8E-A136-46CF-49F1-49515C604D00}"/>
          </ac:spMkLst>
        </pc:spChg>
        <pc:spChg chg="add del mod">
          <ac:chgData name="Akshaya CR" userId="36591afc81a10a1f" providerId="LiveId" clId="{7D21B3CC-0E02-46B5-A1DE-AE6BF2EE44FE}" dt="2026-10-08T17:59:31.899" v="6528"/>
          <ac:spMkLst>
            <pc:docMk/>
            <pc:sldMk cId="3813191562" sldId="260"/>
            <ac:spMk id="8" creationId="{6D1C22C7-7706-E442-D713-6272F568A099}"/>
          </ac:spMkLst>
        </pc:spChg>
        <pc:spChg chg="mod">
          <ac:chgData name="Akshaya CR" userId="36591afc81a10a1f" providerId="LiveId" clId="{7D21B3CC-0E02-46B5-A1DE-AE6BF2EE44FE}" dt="2026-10-08T17:56:51.348" v="6507" actId="20577"/>
          <ac:spMkLst>
            <pc:docMk/>
            <pc:sldMk cId="3813191562" sldId="260"/>
            <ac:spMk id="11" creationId="{AA23DDD2-02F8-FB03-F355-DD9260052971}"/>
          </ac:spMkLst>
        </pc:spChg>
        <pc:spChg chg="mod">
          <ac:chgData name="Akshaya CR" userId="36591afc81a10a1f" providerId="LiveId" clId="{7D21B3CC-0E02-46B5-A1DE-AE6BF2EE44FE}" dt="2026-10-08T17:55:20.237" v="6498" actId="207"/>
          <ac:spMkLst>
            <pc:docMk/>
            <pc:sldMk cId="3813191562" sldId="260"/>
            <ac:spMk id="13" creationId="{DA92D67D-0540-9685-F8D8-3F1CB7818D7C}"/>
          </ac:spMkLst>
        </pc:spChg>
        <pc:spChg chg="mod">
          <ac:chgData name="Akshaya CR" userId="36591afc81a10a1f" providerId="LiveId" clId="{7D21B3CC-0E02-46B5-A1DE-AE6BF2EE44FE}" dt="2026-10-08T17:55:20.237" v="6498" actId="207"/>
          <ac:spMkLst>
            <pc:docMk/>
            <pc:sldMk cId="3813191562" sldId="260"/>
            <ac:spMk id="15" creationId="{2E975AA0-05D0-7878-FFEC-E40B93E740F9}"/>
          </ac:spMkLst>
        </pc:spChg>
        <pc:spChg chg="mod">
          <ac:chgData name="Akshaya CR" userId="36591afc81a10a1f" providerId="LiveId" clId="{7D21B3CC-0E02-46B5-A1DE-AE6BF2EE44FE}" dt="2026-10-08T17:55:20.237" v="6498" actId="207"/>
          <ac:spMkLst>
            <pc:docMk/>
            <pc:sldMk cId="3813191562" sldId="260"/>
            <ac:spMk id="17" creationId="{9A51293C-B2AC-3957-0DC2-95982568924A}"/>
          </ac:spMkLst>
        </pc:spChg>
        <pc:spChg chg="mod">
          <ac:chgData name="Akshaya CR" userId="36591afc81a10a1f" providerId="LiveId" clId="{7D21B3CC-0E02-46B5-A1DE-AE6BF2EE44FE}" dt="2026-10-08T17:57:20.752" v="6512" actId="207"/>
          <ac:spMkLst>
            <pc:docMk/>
            <pc:sldMk cId="3813191562" sldId="260"/>
            <ac:spMk id="34" creationId="{0DDC3A59-D60A-DAA9-2858-1114365F6160}"/>
          </ac:spMkLst>
        </pc:spChg>
        <pc:spChg chg="mod">
          <ac:chgData name="Akshaya CR" userId="36591afc81a10a1f" providerId="LiveId" clId="{7D21B3CC-0E02-46B5-A1DE-AE6BF2EE44FE}" dt="2026-10-08T17:57:30.659" v="6514" actId="207"/>
          <ac:spMkLst>
            <pc:docMk/>
            <pc:sldMk cId="3813191562" sldId="260"/>
            <ac:spMk id="36" creationId="{0B8E5FE9-B14C-49A9-70E6-B9BD1695819B}"/>
          </ac:spMkLst>
        </pc:spChg>
        <pc:spChg chg="mod">
          <ac:chgData name="Akshaya CR" userId="36591afc81a10a1f" providerId="LiveId" clId="{7D21B3CC-0E02-46B5-A1DE-AE6BF2EE44FE}" dt="2026-10-08T17:56:13.408" v="6503" actId="207"/>
          <ac:spMkLst>
            <pc:docMk/>
            <pc:sldMk cId="3813191562" sldId="260"/>
            <ac:spMk id="40" creationId="{EF119B16-B996-7932-872C-96BF8525BF67}"/>
          </ac:spMkLst>
        </pc:spChg>
        <pc:spChg chg="mod">
          <ac:chgData name="Akshaya CR" userId="36591afc81a10a1f" providerId="LiveId" clId="{7D21B3CC-0E02-46B5-A1DE-AE6BF2EE44FE}" dt="2026-10-08T17:57:25.531" v="6513" actId="207"/>
          <ac:spMkLst>
            <pc:docMk/>
            <pc:sldMk cId="3813191562" sldId="260"/>
            <ac:spMk id="42" creationId="{64CF5C65-9B45-BF88-ACD8-2DB7949F2B04}"/>
          </ac:spMkLst>
        </pc:spChg>
        <pc:spChg chg="mod">
          <ac:chgData name="Akshaya CR" userId="36591afc81a10a1f" providerId="LiveId" clId="{7D21B3CC-0E02-46B5-A1DE-AE6BF2EE44FE}" dt="2026-10-08T17:57:34.780" v="6515" actId="207"/>
          <ac:spMkLst>
            <pc:docMk/>
            <pc:sldMk cId="3813191562" sldId="260"/>
            <ac:spMk id="44" creationId="{04F1328A-E718-1A5C-A079-22BE1AD17A2B}"/>
          </ac:spMkLst>
        </pc:spChg>
        <pc:spChg chg="mod">
          <ac:chgData name="Akshaya CR" userId="36591afc81a10a1f" providerId="LiveId" clId="{7D21B3CC-0E02-46B5-A1DE-AE6BF2EE44FE}" dt="2026-10-08T17:57:42.236" v="6517" actId="20577"/>
          <ac:spMkLst>
            <pc:docMk/>
            <pc:sldMk cId="3813191562" sldId="260"/>
            <ac:spMk id="46" creationId="{FA11D0D0-3B84-354A-B454-A1C91FC31228}"/>
          </ac:spMkLst>
        </pc:spChg>
        <pc:spChg chg="mod">
          <ac:chgData name="Akshaya CR" userId="36591afc81a10a1f" providerId="LiveId" clId="{7D21B3CC-0E02-46B5-A1DE-AE6BF2EE44FE}" dt="2026-10-08T17:57:06.317" v="6510" actId="207"/>
          <ac:spMkLst>
            <pc:docMk/>
            <pc:sldMk cId="3813191562" sldId="260"/>
            <ac:spMk id="50" creationId="{7BF4A8A6-FA8A-B009-330A-0A69F74CAF79}"/>
          </ac:spMkLst>
        </pc:spChg>
        <pc:spChg chg="mod">
          <ac:chgData name="Akshaya CR" userId="36591afc81a10a1f" providerId="LiveId" clId="{7D21B3CC-0E02-46B5-A1DE-AE6BF2EE44FE}" dt="2026-10-08T17:56:40.534" v="6505" actId="207"/>
          <ac:spMkLst>
            <pc:docMk/>
            <pc:sldMk cId="3813191562" sldId="260"/>
            <ac:spMk id="52" creationId="{61CF2875-55CD-DC11-BB02-6B96983CF940}"/>
          </ac:spMkLst>
        </pc:spChg>
        <pc:spChg chg="mod">
          <ac:chgData name="Akshaya CR" userId="36591afc81a10a1f" providerId="LiveId" clId="{7D21B3CC-0E02-46B5-A1DE-AE6BF2EE44FE}" dt="2026-10-08T17:57:01.078" v="6509" actId="207"/>
          <ac:spMkLst>
            <pc:docMk/>
            <pc:sldMk cId="3813191562" sldId="260"/>
            <ac:spMk id="54" creationId="{FCC53DF8-B053-1E25-34F4-D8EDA05B0B39}"/>
          </ac:spMkLst>
        </pc:spChg>
        <pc:spChg chg="mod">
          <ac:chgData name="Akshaya CR" userId="36591afc81a10a1f" providerId="LiveId" clId="{7D21B3CC-0E02-46B5-A1DE-AE6BF2EE44FE}" dt="2026-10-08T17:56:32.144" v="6504" actId="207"/>
          <ac:spMkLst>
            <pc:docMk/>
            <pc:sldMk cId="3813191562" sldId="260"/>
            <ac:spMk id="56" creationId="{8E317663-B5F4-21A8-8D95-2F18B0C0319C}"/>
          </ac:spMkLst>
        </pc:spChg>
        <pc:spChg chg="mod">
          <ac:chgData name="Akshaya CR" userId="36591afc81a10a1f" providerId="LiveId" clId="{7D21B3CC-0E02-46B5-A1DE-AE6BF2EE44FE}" dt="2026-10-08T17:56:56.865" v="6508" actId="207"/>
          <ac:spMkLst>
            <pc:docMk/>
            <pc:sldMk cId="3813191562" sldId="260"/>
            <ac:spMk id="58" creationId="{952374C5-504B-8AA4-715E-AC4C6C33BA75}"/>
          </ac:spMkLst>
        </pc:spChg>
        <pc:grpChg chg="mod ord">
          <ac:chgData name="Akshaya CR" userId="36591afc81a10a1f" providerId="LiveId" clId="{7D21B3CC-0E02-46B5-A1DE-AE6BF2EE44FE}" dt="2026-10-08T17:59:24.315" v="6525" actId="166"/>
          <ac:grpSpMkLst>
            <pc:docMk/>
            <pc:sldMk cId="3813191562" sldId="260"/>
            <ac:grpSpMk id="61" creationId="{F2530309-4EC6-7A10-FC9D-FAF33ADB2257}"/>
          </ac:grpSpMkLst>
        </pc:grpChg>
        <pc:picChg chg="add mod">
          <ac:chgData name="Akshaya CR" userId="36591afc81a10a1f" providerId="LiveId" clId="{7D21B3CC-0E02-46B5-A1DE-AE6BF2EE44FE}" dt="2026-10-08T17:55:41.593" v="6500" actId="1076"/>
          <ac:picMkLst>
            <pc:docMk/>
            <pc:sldMk cId="3813191562" sldId="260"/>
            <ac:picMk id="6" creationId="{A57E9446-E32C-6A55-41DE-9E9330573B10}"/>
          </ac:picMkLst>
        </pc:picChg>
        <pc:picChg chg="mod">
          <ac:chgData name="Akshaya CR" userId="36591afc81a10a1f" providerId="LiveId" clId="{7D21B3CC-0E02-46B5-A1DE-AE6BF2EE44FE}" dt="2026-10-07T19:24:44.325" v="4926" actId="207"/>
          <ac:picMkLst>
            <pc:docMk/>
            <pc:sldMk cId="3813191562" sldId="260"/>
            <ac:picMk id="20" creationId="{5B7D71BF-AB30-4BF4-B233-B10DCEB1D81B}"/>
          </ac:picMkLst>
        </pc:picChg>
        <pc:picChg chg="mod">
          <ac:chgData name="Akshaya CR" userId="36591afc81a10a1f" providerId="LiveId" clId="{7D21B3CC-0E02-46B5-A1DE-AE6BF2EE44FE}" dt="2026-10-07T19:24:55.279" v="4927" actId="207"/>
          <ac:picMkLst>
            <pc:docMk/>
            <pc:sldMk cId="3813191562" sldId="260"/>
            <ac:picMk id="22" creationId="{32FE1DF3-E082-A87C-16F3-1AE8A968728C}"/>
          </ac:picMkLst>
        </pc:picChg>
        <pc:picChg chg="mod">
          <ac:chgData name="Akshaya CR" userId="36591afc81a10a1f" providerId="LiveId" clId="{7D21B3CC-0E02-46B5-A1DE-AE6BF2EE44FE}" dt="2026-10-07T19:25:03.950" v="4929" actId="207"/>
          <ac:picMkLst>
            <pc:docMk/>
            <pc:sldMk cId="3813191562" sldId="260"/>
            <ac:picMk id="24" creationId="{338A0915-A67F-90D4-50A6-4AC4CBA4D3A8}"/>
          </ac:picMkLst>
        </pc:picChg>
        <pc:picChg chg="mod">
          <ac:chgData name="Akshaya CR" userId="36591afc81a10a1f" providerId="LiveId" clId="{7D21B3CC-0E02-46B5-A1DE-AE6BF2EE44FE}" dt="2026-10-07T19:25:08.138" v="4930" actId="207"/>
          <ac:picMkLst>
            <pc:docMk/>
            <pc:sldMk cId="3813191562" sldId="260"/>
            <ac:picMk id="28" creationId="{1EF49A7D-34FB-9B2C-822E-FC89792C394B}"/>
          </ac:picMkLst>
        </pc:picChg>
        <pc:picChg chg="mod">
          <ac:chgData name="Akshaya CR" userId="36591afc81a10a1f" providerId="LiveId" clId="{7D21B3CC-0E02-46B5-A1DE-AE6BF2EE44FE}" dt="2026-10-09T09:32:23.146" v="9241" actId="208"/>
          <ac:picMkLst>
            <pc:docMk/>
            <pc:sldMk cId="3813191562" sldId="260"/>
            <ac:picMk id="30" creationId="{97CEEEAD-B815-C367-116E-51BE43208543}"/>
          </ac:picMkLst>
        </pc:picChg>
      </pc:sldChg>
      <pc:sldChg chg="modSp mod modTransition setBg">
        <pc:chgData name="Akshaya CR" userId="36591afc81a10a1f" providerId="LiveId" clId="{7D21B3CC-0E02-46B5-A1DE-AE6BF2EE44FE}" dt="2026-10-09T06:25:34.648" v="9236"/>
        <pc:sldMkLst>
          <pc:docMk/>
          <pc:sldMk cId="101003705" sldId="261"/>
        </pc:sldMkLst>
        <pc:spChg chg="mod">
          <ac:chgData name="Akshaya CR" userId="36591afc81a10a1f" providerId="LiveId" clId="{7D21B3CC-0E02-46B5-A1DE-AE6BF2EE44FE}" dt="2026-10-08T03:25:17.506" v="5220" actId="207"/>
          <ac:spMkLst>
            <pc:docMk/>
            <pc:sldMk cId="101003705" sldId="261"/>
            <ac:spMk id="14" creationId="{AD9AC9B5-BB39-BB1E-62E5-7411CDA5AD16}"/>
          </ac:spMkLst>
        </pc:spChg>
        <pc:spChg chg="mod">
          <ac:chgData name="Akshaya CR" userId="36591afc81a10a1f" providerId="LiveId" clId="{7D21B3CC-0E02-46B5-A1DE-AE6BF2EE44FE}" dt="2026-10-08T18:13:08.077" v="6604" actId="207"/>
          <ac:spMkLst>
            <pc:docMk/>
            <pc:sldMk cId="101003705" sldId="261"/>
            <ac:spMk id="19" creationId="{9B603B1B-9C15-9A8E-E465-900CEA062269}"/>
          </ac:spMkLst>
        </pc:spChg>
        <pc:grpChg chg="mod">
          <ac:chgData name="Akshaya CR" userId="36591afc81a10a1f" providerId="LiveId" clId="{7D21B3CC-0E02-46B5-A1DE-AE6BF2EE44FE}" dt="2026-10-07T16:43:08.705" v="121" actId="207"/>
          <ac:grpSpMkLst>
            <pc:docMk/>
            <pc:sldMk cId="101003705" sldId="261"/>
            <ac:grpSpMk id="27" creationId="{6DB0761E-09B6-9F70-573A-2BC3A3487102}"/>
          </ac:grpSpMkLst>
        </pc:grpChg>
        <pc:picChg chg="mod">
          <ac:chgData name="Akshaya CR" userId="36591afc81a10a1f" providerId="LiveId" clId="{7D21B3CC-0E02-46B5-A1DE-AE6BF2EE44FE}" dt="2026-10-07T19:26:38.697" v="4932" actId="207"/>
          <ac:picMkLst>
            <pc:docMk/>
            <pc:sldMk cId="101003705" sldId="261"/>
            <ac:picMk id="11" creationId="{858293AA-D5B5-2712-641E-EB7B3DE817FD}"/>
          </ac:picMkLst>
        </pc:picChg>
        <pc:picChg chg="mod">
          <ac:chgData name="Akshaya CR" userId="36591afc81a10a1f" providerId="LiveId" clId="{7D21B3CC-0E02-46B5-A1DE-AE6BF2EE44FE}" dt="2026-10-07T16:43:12.917" v="122" actId="208"/>
          <ac:picMkLst>
            <pc:docMk/>
            <pc:sldMk cId="101003705" sldId="261"/>
            <ac:picMk id="17" creationId="{49718AB1-EC9D-9A72-9197-3930AC14F714}"/>
          </ac:picMkLst>
        </pc:picChg>
        <pc:picChg chg="mod">
          <ac:chgData name="Akshaya CR" userId="36591afc81a10a1f" providerId="LiveId" clId="{7D21B3CC-0E02-46B5-A1DE-AE6BF2EE44FE}" dt="2026-10-07T16:43:12.917" v="122" actId="208"/>
          <ac:picMkLst>
            <pc:docMk/>
            <pc:sldMk cId="101003705" sldId="261"/>
            <ac:picMk id="20" creationId="{F41E595F-F61E-DA54-5312-604D8EB77B91}"/>
          </ac:picMkLst>
        </pc:picChg>
        <pc:picChg chg="mod">
          <ac:chgData name="Akshaya CR" userId="36591afc81a10a1f" providerId="LiveId" clId="{7D21B3CC-0E02-46B5-A1DE-AE6BF2EE44FE}" dt="2026-10-07T16:43:12.917" v="122" actId="208"/>
          <ac:picMkLst>
            <pc:docMk/>
            <pc:sldMk cId="101003705" sldId="261"/>
            <ac:picMk id="22" creationId="{A60EBD9E-9202-CBAC-31AE-3339D76AECF7}"/>
          </ac:picMkLst>
        </pc:picChg>
        <pc:picChg chg="mod">
          <ac:chgData name="Akshaya CR" userId="36591afc81a10a1f" providerId="LiveId" clId="{7D21B3CC-0E02-46B5-A1DE-AE6BF2EE44FE}" dt="2026-10-07T16:43:12.917" v="122" actId="208"/>
          <ac:picMkLst>
            <pc:docMk/>
            <pc:sldMk cId="101003705" sldId="261"/>
            <ac:picMk id="24" creationId="{FF346676-021B-3F35-5A21-C349A465EAB8}"/>
          </ac:picMkLst>
        </pc:picChg>
      </pc:sldChg>
      <pc:sldChg chg="addSp delSp modSp mod modTransition setBg">
        <pc:chgData name="Akshaya CR" userId="36591afc81a10a1f" providerId="LiveId" clId="{7D21B3CC-0E02-46B5-A1DE-AE6BF2EE44FE}" dt="2026-10-09T06:25:34.648" v="9236"/>
        <pc:sldMkLst>
          <pc:docMk/>
          <pc:sldMk cId="244646379" sldId="262"/>
        </pc:sldMkLst>
        <pc:spChg chg="mod">
          <ac:chgData name="Akshaya CR" userId="36591afc81a10a1f" providerId="LiveId" clId="{7D21B3CC-0E02-46B5-A1DE-AE6BF2EE44FE}" dt="2026-10-08T17:50:56.201" v="6455" actId="1076"/>
          <ac:spMkLst>
            <pc:docMk/>
            <pc:sldMk cId="244646379" sldId="262"/>
            <ac:spMk id="7" creationId="{6780DB79-ACB4-EDAB-04B2-03079FFA48EB}"/>
          </ac:spMkLst>
        </pc:spChg>
        <pc:spChg chg="add mod">
          <ac:chgData name="Akshaya CR" userId="36591afc81a10a1f" providerId="LiveId" clId="{7D21B3CC-0E02-46B5-A1DE-AE6BF2EE44FE}" dt="2026-10-08T18:02:06.001" v="6559" actId="1582"/>
          <ac:spMkLst>
            <pc:docMk/>
            <pc:sldMk cId="244646379" sldId="262"/>
            <ac:spMk id="10" creationId="{A0A4B500-F6DC-02F1-BDF0-722595A4653A}"/>
          </ac:spMkLst>
        </pc:spChg>
        <pc:spChg chg="add mod">
          <ac:chgData name="Akshaya CR" userId="36591afc81a10a1f" providerId="LiveId" clId="{7D21B3CC-0E02-46B5-A1DE-AE6BF2EE44FE}" dt="2026-10-08T03:26:34.740" v="5250" actId="2711"/>
          <ac:spMkLst>
            <pc:docMk/>
            <pc:sldMk cId="244646379" sldId="262"/>
            <ac:spMk id="16" creationId="{03A9E51B-EC0E-D743-9BF5-E18992A3BC32}"/>
          </ac:spMkLst>
        </pc:spChg>
        <pc:spChg chg="add mod">
          <ac:chgData name="Akshaya CR" userId="36591afc81a10a1f" providerId="LiveId" clId="{7D21B3CC-0E02-46B5-A1DE-AE6BF2EE44FE}" dt="2026-10-08T18:02:14.840" v="6561" actId="208"/>
          <ac:spMkLst>
            <pc:docMk/>
            <pc:sldMk cId="244646379" sldId="262"/>
            <ac:spMk id="18" creationId="{97EC8FAB-ACF4-6D61-93C4-8133700961AC}"/>
          </ac:spMkLst>
        </pc:spChg>
        <pc:spChg chg="add mod">
          <ac:chgData name="Akshaya CR" userId="36591afc81a10a1f" providerId="LiveId" clId="{7D21B3CC-0E02-46B5-A1DE-AE6BF2EE44FE}" dt="2026-10-08T17:50:51.218" v="6454" actId="1076"/>
          <ac:spMkLst>
            <pc:docMk/>
            <pc:sldMk cId="244646379" sldId="262"/>
            <ac:spMk id="24" creationId="{62824976-1D23-8352-3FF5-77DEBA5ADCD7}"/>
          </ac:spMkLst>
        </pc:spChg>
        <pc:picChg chg="mod">
          <ac:chgData name="Akshaya CR" userId="36591afc81a10a1f" providerId="LiveId" clId="{7D21B3CC-0E02-46B5-A1DE-AE6BF2EE44FE}" dt="2026-10-07T19:26:44.895" v="4933" actId="207"/>
          <ac:picMkLst>
            <pc:docMk/>
            <pc:sldMk cId="244646379" sldId="262"/>
            <ac:picMk id="5" creationId="{CADB33B3-7901-D2C9-9F2A-4012487C4610}"/>
          </ac:picMkLst>
        </pc:picChg>
      </pc:sldChg>
      <pc:sldChg chg="addSp delSp modSp mod modTransition setBg">
        <pc:chgData name="Akshaya CR" userId="36591afc81a10a1f" providerId="LiveId" clId="{7D21B3CC-0E02-46B5-A1DE-AE6BF2EE44FE}" dt="2026-10-09T06:25:34.648" v="9236"/>
        <pc:sldMkLst>
          <pc:docMk/>
          <pc:sldMk cId="3311091614" sldId="263"/>
        </pc:sldMkLst>
        <pc:spChg chg="add mod">
          <ac:chgData name="Akshaya CR" userId="36591afc81a10a1f" providerId="LiveId" clId="{7D21B3CC-0E02-46B5-A1DE-AE6BF2EE44FE}" dt="2026-10-08T04:04:35.609" v="5264" actId="207"/>
          <ac:spMkLst>
            <pc:docMk/>
            <pc:sldMk cId="3311091614" sldId="263"/>
            <ac:spMk id="2" creationId="{B7911983-2724-125E-80A3-BC05B89211DD}"/>
          </ac:spMkLst>
        </pc:spChg>
        <pc:spChg chg="mod">
          <ac:chgData name="Akshaya CR" userId="36591afc81a10a1f" providerId="LiveId" clId="{7D21B3CC-0E02-46B5-A1DE-AE6BF2EE44FE}" dt="2026-10-08T17:49:42.767" v="6449" actId="207"/>
          <ac:spMkLst>
            <pc:docMk/>
            <pc:sldMk cId="3311091614" sldId="263"/>
            <ac:spMk id="5" creationId="{F370F86F-B650-BBFF-277D-80813EC64A22}"/>
          </ac:spMkLst>
        </pc:spChg>
        <pc:spChg chg="add mod">
          <ac:chgData name="Akshaya CR" userId="36591afc81a10a1f" providerId="LiveId" clId="{7D21B3CC-0E02-46B5-A1DE-AE6BF2EE44FE}" dt="2026-10-08T04:04:41.785" v="5265" actId="207"/>
          <ac:spMkLst>
            <pc:docMk/>
            <pc:sldMk cId="3311091614" sldId="263"/>
            <ac:spMk id="6" creationId="{3C88999A-CA3E-1B31-63DF-32D0B395DC7C}"/>
          </ac:spMkLst>
        </pc:spChg>
        <pc:spChg chg="add mod">
          <ac:chgData name="Akshaya CR" userId="36591afc81a10a1f" providerId="LiveId" clId="{7D21B3CC-0E02-46B5-A1DE-AE6BF2EE44FE}" dt="2026-10-08T04:04:46.079" v="5266" actId="207"/>
          <ac:spMkLst>
            <pc:docMk/>
            <pc:sldMk cId="3311091614" sldId="263"/>
            <ac:spMk id="8" creationId="{618EAA9B-4060-2467-FBC9-2BA82FA6C76E}"/>
          </ac:spMkLst>
        </pc:spChg>
        <pc:spChg chg="add mod">
          <ac:chgData name="Akshaya CR" userId="36591afc81a10a1f" providerId="LiveId" clId="{7D21B3CC-0E02-46B5-A1DE-AE6BF2EE44FE}" dt="2026-10-08T04:04:50.508" v="5267" actId="207"/>
          <ac:spMkLst>
            <pc:docMk/>
            <pc:sldMk cId="3311091614" sldId="263"/>
            <ac:spMk id="14" creationId="{09552A35-4AB7-0BE4-3452-21DF92584E24}"/>
          </ac:spMkLst>
        </pc:spChg>
        <pc:spChg chg="add mod">
          <ac:chgData name="Akshaya CR" userId="36591afc81a10a1f" providerId="LiveId" clId="{7D21B3CC-0E02-46B5-A1DE-AE6BF2EE44FE}" dt="2026-10-07T19:20:43.702" v="4579" actId="1038"/>
          <ac:spMkLst>
            <pc:docMk/>
            <pc:sldMk cId="3311091614" sldId="263"/>
            <ac:spMk id="17" creationId="{2D2EAE18-1697-C5D9-10DA-225E9B2637B8}"/>
          </ac:spMkLst>
        </pc:spChg>
        <pc:spChg chg="add mod">
          <ac:chgData name="Akshaya CR" userId="36591afc81a10a1f" providerId="LiveId" clId="{7D21B3CC-0E02-46B5-A1DE-AE6BF2EE44FE}" dt="2026-10-07T19:20:20.630" v="4378" actId="1038"/>
          <ac:spMkLst>
            <pc:docMk/>
            <pc:sldMk cId="3311091614" sldId="263"/>
            <ac:spMk id="19" creationId="{BE47667E-CE17-2140-ADEA-B8FE88A995A9}"/>
          </ac:spMkLst>
        </pc:spChg>
        <pc:spChg chg="add mod">
          <ac:chgData name="Akshaya CR" userId="36591afc81a10a1f" providerId="LiveId" clId="{7D21B3CC-0E02-46B5-A1DE-AE6BF2EE44FE}" dt="2026-10-07T19:20:03.923" v="4221" actId="1038"/>
          <ac:spMkLst>
            <pc:docMk/>
            <pc:sldMk cId="3311091614" sldId="263"/>
            <ac:spMk id="21" creationId="{78B645DD-0CBE-57CC-19F8-68B67CDD7407}"/>
          </ac:spMkLst>
        </pc:spChg>
        <pc:spChg chg="add mod">
          <ac:chgData name="Akshaya CR" userId="36591afc81a10a1f" providerId="LiveId" clId="{7D21B3CC-0E02-46B5-A1DE-AE6BF2EE44FE}" dt="2026-10-07T19:19:50.413" v="4116" actId="1038"/>
          <ac:spMkLst>
            <pc:docMk/>
            <pc:sldMk cId="3311091614" sldId="263"/>
            <ac:spMk id="23" creationId="{94332ED8-912A-BF8F-B1B3-DF660D1961D7}"/>
          </ac:spMkLst>
        </pc:spChg>
        <pc:spChg chg="add mod">
          <ac:chgData name="Akshaya CR" userId="36591afc81a10a1f" providerId="LiveId" clId="{7D21B3CC-0E02-46B5-A1DE-AE6BF2EE44FE}" dt="2026-10-07T19:19:34.489" v="3992" actId="1035"/>
          <ac:spMkLst>
            <pc:docMk/>
            <pc:sldMk cId="3311091614" sldId="263"/>
            <ac:spMk id="25" creationId="{27F1E4E2-2C7D-2528-D1E3-B0EEFD764478}"/>
          </ac:spMkLst>
        </pc:spChg>
        <pc:spChg chg="add mod">
          <ac:chgData name="Akshaya CR" userId="36591afc81a10a1f" providerId="LiveId" clId="{7D21B3CC-0E02-46B5-A1DE-AE6BF2EE44FE}" dt="2026-10-07T19:19:20.602" v="3876" actId="1037"/>
          <ac:spMkLst>
            <pc:docMk/>
            <pc:sldMk cId="3311091614" sldId="263"/>
            <ac:spMk id="27" creationId="{77E51141-DDCE-BE88-9474-083A19899A58}"/>
          </ac:spMkLst>
        </pc:spChg>
        <pc:spChg chg="add mod">
          <ac:chgData name="Akshaya CR" userId="36591afc81a10a1f" providerId="LiveId" clId="{7D21B3CC-0E02-46B5-A1DE-AE6BF2EE44FE}" dt="2026-10-07T19:18:50.184" v="3733" actId="1038"/>
          <ac:spMkLst>
            <pc:docMk/>
            <pc:sldMk cId="3311091614" sldId="263"/>
            <ac:spMk id="29" creationId="{E5487D7F-DD22-0CBD-B612-0D9B2DC764D3}"/>
          </ac:spMkLst>
        </pc:spChg>
        <pc:spChg chg="add mod">
          <ac:chgData name="Akshaya CR" userId="36591afc81a10a1f" providerId="LiveId" clId="{7D21B3CC-0E02-46B5-A1DE-AE6BF2EE44FE}" dt="2026-10-07T19:18:36.619" v="3655" actId="1037"/>
          <ac:spMkLst>
            <pc:docMk/>
            <pc:sldMk cId="3311091614" sldId="263"/>
            <ac:spMk id="31" creationId="{13C93AE1-3C20-B6BF-1F6C-730A8AFAF96B}"/>
          </ac:spMkLst>
        </pc:spChg>
        <pc:spChg chg="add mod">
          <ac:chgData name="Akshaya CR" userId="36591afc81a10a1f" providerId="LiveId" clId="{7D21B3CC-0E02-46B5-A1DE-AE6BF2EE44FE}" dt="2026-10-07T19:18:27.635" v="3599" actId="1037"/>
          <ac:spMkLst>
            <pc:docMk/>
            <pc:sldMk cId="3311091614" sldId="263"/>
            <ac:spMk id="33" creationId="{2863C5E3-75C7-E526-7338-8C4B33847023}"/>
          </ac:spMkLst>
        </pc:spChg>
        <pc:spChg chg="add mod">
          <ac:chgData name="Akshaya CR" userId="36591afc81a10a1f" providerId="LiveId" clId="{7D21B3CC-0E02-46B5-A1DE-AE6BF2EE44FE}" dt="2026-10-07T19:18:12.988" v="3515" actId="1038"/>
          <ac:spMkLst>
            <pc:docMk/>
            <pc:sldMk cId="3311091614" sldId="263"/>
            <ac:spMk id="35" creationId="{68FD6355-D981-41C9-B1C6-78D3F47D92A1}"/>
          </ac:spMkLst>
        </pc:spChg>
        <pc:spChg chg="add mod">
          <ac:chgData name="Akshaya CR" userId="36591afc81a10a1f" providerId="LiveId" clId="{7D21B3CC-0E02-46B5-A1DE-AE6BF2EE44FE}" dt="2026-10-07T19:17:58.789" v="3422" actId="1038"/>
          <ac:spMkLst>
            <pc:docMk/>
            <pc:sldMk cId="3311091614" sldId="263"/>
            <ac:spMk id="37" creationId="{947784B3-B1AB-3249-281F-BB0F9CCE5DC7}"/>
          </ac:spMkLst>
        </pc:spChg>
        <pc:spChg chg="add mod">
          <ac:chgData name="Akshaya CR" userId="36591afc81a10a1f" providerId="LiveId" clId="{7D21B3CC-0E02-46B5-A1DE-AE6BF2EE44FE}" dt="2026-10-07T19:17:41.738" v="3319" actId="1037"/>
          <ac:spMkLst>
            <pc:docMk/>
            <pc:sldMk cId="3311091614" sldId="263"/>
            <ac:spMk id="39" creationId="{46AA35CD-FD01-A194-C24C-6086A3402669}"/>
          </ac:spMkLst>
        </pc:spChg>
        <pc:picChg chg="mod">
          <ac:chgData name="Akshaya CR" userId="36591afc81a10a1f" providerId="LiveId" clId="{7D21B3CC-0E02-46B5-A1DE-AE6BF2EE44FE}" dt="2026-10-08T18:05:36.037" v="6587" actId="208"/>
          <ac:picMkLst>
            <pc:docMk/>
            <pc:sldMk cId="3311091614" sldId="263"/>
            <ac:picMk id="3" creationId="{81935494-1CD1-1645-0CB4-296BE3BC473A}"/>
          </ac:picMkLst>
        </pc:picChg>
      </pc:sldChg>
      <pc:sldChg chg="addSp delSp modSp mod modTransition">
        <pc:chgData name="Akshaya CR" userId="36591afc81a10a1f" providerId="LiveId" clId="{7D21B3CC-0E02-46B5-A1DE-AE6BF2EE44FE}" dt="2026-10-09T06:25:34.648" v="9236"/>
        <pc:sldMkLst>
          <pc:docMk/>
          <pc:sldMk cId="3376389966" sldId="264"/>
        </pc:sldMkLst>
        <pc:spChg chg="add">
          <ac:chgData name="Akshaya CR" userId="36591afc81a10a1f" providerId="LiveId" clId="{7D21B3CC-0E02-46B5-A1DE-AE6BF2EE44FE}" dt="2026-10-07T19:30:28.383" v="4950" actId="22"/>
          <ac:spMkLst>
            <pc:docMk/>
            <pc:sldMk cId="3376389966" sldId="264"/>
            <ac:spMk id="4" creationId="{D46E0F72-DE25-E8D5-3A3A-ED56C547B167}"/>
          </ac:spMkLst>
        </pc:spChg>
        <pc:spChg chg="add mod">
          <ac:chgData name="Akshaya CR" userId="36591afc81a10a1f" providerId="LiveId" clId="{7D21B3CC-0E02-46B5-A1DE-AE6BF2EE44FE}" dt="2026-10-08T18:24:36.486" v="7083" actId="1076"/>
          <ac:spMkLst>
            <pc:docMk/>
            <pc:sldMk cId="3376389966" sldId="264"/>
            <ac:spMk id="6" creationId="{D240DCB4-EE77-0CC5-9ED6-A37A9E3E8A20}"/>
          </ac:spMkLst>
        </pc:spChg>
        <pc:spChg chg="add mod">
          <ac:chgData name="Akshaya CR" userId="36591afc81a10a1f" providerId="LiveId" clId="{7D21B3CC-0E02-46B5-A1DE-AE6BF2EE44FE}" dt="2026-10-08T18:23:50.412" v="7074" actId="571"/>
          <ac:spMkLst>
            <pc:docMk/>
            <pc:sldMk cId="3376389966" sldId="264"/>
            <ac:spMk id="11" creationId="{DF1DCEFB-2985-5033-8D5B-B6D2E01C7A5A}"/>
          </ac:spMkLst>
        </pc:spChg>
        <pc:spChg chg="add mod">
          <ac:chgData name="Akshaya CR" userId="36591afc81a10a1f" providerId="LiveId" clId="{7D21B3CC-0E02-46B5-A1DE-AE6BF2EE44FE}" dt="2026-10-08T18:23:50.412" v="7074" actId="571"/>
          <ac:spMkLst>
            <pc:docMk/>
            <pc:sldMk cId="3376389966" sldId="264"/>
            <ac:spMk id="12" creationId="{4888121B-C563-A6C1-6B25-5E3451249F83}"/>
          </ac:spMkLst>
        </pc:spChg>
        <pc:spChg chg="add mod">
          <ac:chgData name="Akshaya CR" userId="36591afc81a10a1f" providerId="LiveId" clId="{7D21B3CC-0E02-46B5-A1DE-AE6BF2EE44FE}" dt="2026-10-08T18:23:50.412" v="7074" actId="571"/>
          <ac:spMkLst>
            <pc:docMk/>
            <pc:sldMk cId="3376389966" sldId="264"/>
            <ac:spMk id="13" creationId="{2D20A7CE-F56A-9563-2695-38AE8AEDF049}"/>
          </ac:spMkLst>
        </pc:spChg>
        <pc:spChg chg="add mod">
          <ac:chgData name="Akshaya CR" userId="36591afc81a10a1f" providerId="LiveId" clId="{7D21B3CC-0E02-46B5-A1DE-AE6BF2EE44FE}" dt="2026-10-08T18:23:50.412" v="7074" actId="571"/>
          <ac:spMkLst>
            <pc:docMk/>
            <pc:sldMk cId="3376389966" sldId="264"/>
            <ac:spMk id="14" creationId="{20AB8AEC-1A65-FF4A-4EEA-28C736E65548}"/>
          </ac:spMkLst>
        </pc:spChg>
        <pc:spChg chg="add mod">
          <ac:chgData name="Akshaya CR" userId="36591afc81a10a1f" providerId="LiveId" clId="{7D21B3CC-0E02-46B5-A1DE-AE6BF2EE44FE}" dt="2026-10-08T18:23:50.412" v="7074" actId="571"/>
          <ac:spMkLst>
            <pc:docMk/>
            <pc:sldMk cId="3376389966" sldId="264"/>
            <ac:spMk id="15" creationId="{C924DDD4-DD83-63B2-403F-9AE774B23135}"/>
          </ac:spMkLst>
        </pc:spChg>
        <pc:spChg chg="add mod">
          <ac:chgData name="Akshaya CR" userId="36591afc81a10a1f" providerId="LiveId" clId="{7D21B3CC-0E02-46B5-A1DE-AE6BF2EE44FE}" dt="2026-10-08T18:24:20.607" v="7082" actId="692"/>
          <ac:spMkLst>
            <pc:docMk/>
            <pc:sldMk cId="3376389966" sldId="264"/>
            <ac:spMk id="16" creationId="{99577ACC-417F-BCDE-4D02-6D4414C3660A}"/>
          </ac:spMkLst>
        </pc:spChg>
        <pc:spChg chg="add mod">
          <ac:chgData name="Akshaya CR" userId="36591afc81a10a1f" providerId="LiveId" clId="{7D21B3CC-0E02-46B5-A1DE-AE6BF2EE44FE}" dt="2026-10-08T18:51:51.382" v="7501" actId="1076"/>
          <ac:spMkLst>
            <pc:docMk/>
            <pc:sldMk cId="3376389966" sldId="264"/>
            <ac:spMk id="17" creationId="{FBCC5E3B-4520-6D3F-6BCB-9422CCFB775B}"/>
          </ac:spMkLst>
        </pc:spChg>
        <pc:spChg chg="add mod">
          <ac:chgData name="Akshaya CR" userId="36591afc81a10a1f" providerId="LiveId" clId="{7D21B3CC-0E02-46B5-A1DE-AE6BF2EE44FE}" dt="2026-10-08T18:19:48.336" v="6739" actId="1076"/>
          <ac:spMkLst>
            <pc:docMk/>
            <pc:sldMk cId="3376389966" sldId="264"/>
            <ac:spMk id="18" creationId="{2D62B3C8-88C2-C146-C519-038D85E93CE2}"/>
          </ac:spMkLst>
        </pc:spChg>
        <pc:spChg chg="add mod">
          <ac:chgData name="Akshaya CR" userId="36591afc81a10a1f" providerId="LiveId" clId="{7D21B3CC-0E02-46B5-A1DE-AE6BF2EE44FE}" dt="2026-10-08T18:54:00.014" v="7565" actId="20577"/>
          <ac:spMkLst>
            <pc:docMk/>
            <pc:sldMk cId="3376389966" sldId="264"/>
            <ac:spMk id="19" creationId="{9A62D148-9383-DF44-9BB0-5529232E3EDC}"/>
          </ac:spMkLst>
        </pc:spChg>
        <pc:spChg chg="add mod">
          <ac:chgData name="Akshaya CR" userId="36591afc81a10a1f" providerId="LiveId" clId="{7D21B3CC-0E02-46B5-A1DE-AE6BF2EE44FE}" dt="2026-10-08T18:24:20.607" v="7082" actId="692"/>
          <ac:spMkLst>
            <pc:docMk/>
            <pc:sldMk cId="3376389966" sldId="264"/>
            <ac:spMk id="20" creationId="{883315C8-4FE8-9085-4B7C-20B2A2BD0E51}"/>
          </ac:spMkLst>
        </pc:spChg>
        <pc:spChg chg="add del mod">
          <ac:chgData name="Akshaya CR" userId="36591afc81a10a1f" providerId="LiveId" clId="{7D21B3CC-0E02-46B5-A1DE-AE6BF2EE44FE}" dt="2026-10-08T18:54:35.152" v="7582" actId="20577"/>
          <ac:spMkLst>
            <pc:docMk/>
            <pc:sldMk cId="3376389966" sldId="264"/>
            <ac:spMk id="21" creationId="{3C6C3A71-8091-16EB-0C3D-1E609D925224}"/>
          </ac:spMkLst>
        </pc:spChg>
        <pc:spChg chg="add mod">
          <ac:chgData name="Akshaya CR" userId="36591afc81a10a1f" providerId="LiveId" clId="{7D21B3CC-0E02-46B5-A1DE-AE6BF2EE44FE}" dt="2026-10-08T18:24:20.607" v="7082" actId="692"/>
          <ac:spMkLst>
            <pc:docMk/>
            <pc:sldMk cId="3376389966" sldId="264"/>
            <ac:spMk id="22" creationId="{C1FE6BA9-E39D-7ADC-B66A-986194700221}"/>
          </ac:spMkLst>
        </pc:spChg>
        <pc:spChg chg="add mod">
          <ac:chgData name="Akshaya CR" userId="36591afc81a10a1f" providerId="LiveId" clId="{7D21B3CC-0E02-46B5-A1DE-AE6BF2EE44FE}" dt="2026-10-08T18:55:00.920" v="7594" actId="20577"/>
          <ac:spMkLst>
            <pc:docMk/>
            <pc:sldMk cId="3376389966" sldId="264"/>
            <ac:spMk id="23" creationId="{36AEB1D6-2B3A-FAEB-FCBC-5769856CC273}"/>
          </ac:spMkLst>
        </pc:spChg>
        <pc:spChg chg="add mod">
          <ac:chgData name="Akshaya CR" userId="36591afc81a10a1f" providerId="LiveId" clId="{7D21B3CC-0E02-46B5-A1DE-AE6BF2EE44FE}" dt="2026-10-08T18:22:51.993" v="6937" actId="207"/>
          <ac:spMkLst>
            <pc:docMk/>
            <pc:sldMk cId="3376389966" sldId="264"/>
            <ac:spMk id="24" creationId="{E51EE249-56E8-766C-6A11-B69FFDD37C70}"/>
          </ac:spMkLst>
        </pc:spChg>
        <pc:spChg chg="add mod">
          <ac:chgData name="Akshaya CR" userId="36591afc81a10a1f" providerId="LiveId" clId="{7D21B3CC-0E02-46B5-A1DE-AE6BF2EE44FE}" dt="2026-10-08T18:55:50.561" v="7626" actId="1076"/>
          <ac:spMkLst>
            <pc:docMk/>
            <pc:sldMk cId="3376389966" sldId="264"/>
            <ac:spMk id="25" creationId="{4C857A33-46B0-A2CE-AE13-18F2758C0F95}"/>
          </ac:spMkLst>
        </pc:spChg>
        <pc:spChg chg="add del mod">
          <ac:chgData name="Akshaya CR" userId="36591afc81a10a1f" providerId="LiveId" clId="{7D21B3CC-0E02-46B5-A1DE-AE6BF2EE44FE}" dt="2026-10-08T18:26:02.894" v="7102" actId="478"/>
          <ac:spMkLst>
            <pc:docMk/>
            <pc:sldMk cId="3376389966" sldId="264"/>
            <ac:spMk id="26" creationId="{58249AB7-34DD-0CE0-CB92-615EA70D523D}"/>
          </ac:spMkLst>
        </pc:spChg>
        <pc:spChg chg="add mod">
          <ac:chgData name="Akshaya CR" userId="36591afc81a10a1f" providerId="LiveId" clId="{7D21B3CC-0E02-46B5-A1DE-AE6BF2EE44FE}" dt="2026-10-08T18:59:03.490" v="7749" actId="14100"/>
          <ac:spMkLst>
            <pc:docMk/>
            <pc:sldMk cId="3376389966" sldId="264"/>
            <ac:spMk id="27" creationId="{9D3A204C-3DAB-047B-EECF-E9FD4FCAB987}"/>
          </ac:spMkLst>
        </pc:spChg>
        <pc:spChg chg="add del mod">
          <ac:chgData name="Akshaya CR" userId="36591afc81a10a1f" providerId="LiveId" clId="{7D21B3CC-0E02-46B5-A1DE-AE6BF2EE44FE}" dt="2026-10-08T18:26:00.228" v="7101" actId="478"/>
          <ac:spMkLst>
            <pc:docMk/>
            <pc:sldMk cId="3376389966" sldId="264"/>
            <ac:spMk id="28" creationId="{6E4F9788-C2B6-C182-9213-255C2C72A952}"/>
          </ac:spMkLst>
        </pc:spChg>
        <pc:spChg chg="add del mod">
          <ac:chgData name="Akshaya CR" userId="36591afc81a10a1f" providerId="LiveId" clId="{7D21B3CC-0E02-46B5-A1DE-AE6BF2EE44FE}" dt="2026-10-08T18:25:50.715" v="7098" actId="478"/>
          <ac:spMkLst>
            <pc:docMk/>
            <pc:sldMk cId="3376389966" sldId="264"/>
            <ac:spMk id="30" creationId="{A0AA2209-64DD-C107-9F0C-32A0DBDD95C3}"/>
          </ac:spMkLst>
        </pc:spChg>
        <pc:spChg chg="add del mod">
          <ac:chgData name="Akshaya CR" userId="36591afc81a10a1f" providerId="LiveId" clId="{7D21B3CC-0E02-46B5-A1DE-AE6BF2EE44FE}" dt="2026-10-08T18:25:47.195" v="7097" actId="478"/>
          <ac:spMkLst>
            <pc:docMk/>
            <pc:sldMk cId="3376389966" sldId="264"/>
            <ac:spMk id="32" creationId="{F9788182-C408-F97E-B828-8EB8BEB0D9C3}"/>
          </ac:spMkLst>
        </pc:spChg>
        <pc:spChg chg="add del mod">
          <ac:chgData name="Akshaya CR" userId="36591afc81a10a1f" providerId="LiveId" clId="{7D21B3CC-0E02-46B5-A1DE-AE6BF2EE44FE}" dt="2026-10-08T18:25:37.853" v="7094" actId="478"/>
          <ac:spMkLst>
            <pc:docMk/>
            <pc:sldMk cId="3376389966" sldId="264"/>
            <ac:spMk id="34" creationId="{A0AA7FE3-5A3E-91FA-4004-A46CE4456781}"/>
          </ac:spMkLst>
        </pc:spChg>
        <pc:spChg chg="add del mod">
          <ac:chgData name="Akshaya CR" userId="36591afc81a10a1f" providerId="LiveId" clId="{7D21B3CC-0E02-46B5-A1DE-AE6BF2EE44FE}" dt="2026-10-08T18:25:26.125" v="7091" actId="478"/>
          <ac:spMkLst>
            <pc:docMk/>
            <pc:sldMk cId="3376389966" sldId="264"/>
            <ac:spMk id="36" creationId="{476A9F3F-E554-DFD6-CAC0-FFDDD3ABED3E}"/>
          </ac:spMkLst>
        </pc:spChg>
        <pc:spChg chg="add del mod">
          <ac:chgData name="Akshaya CR" userId="36591afc81a10a1f" providerId="LiveId" clId="{7D21B3CC-0E02-46B5-A1DE-AE6BF2EE44FE}" dt="2026-10-08T18:26:06.219" v="7103" actId="478"/>
          <ac:spMkLst>
            <pc:docMk/>
            <pc:sldMk cId="3376389966" sldId="264"/>
            <ac:spMk id="41" creationId="{47C5AD74-8067-6C61-294C-C5E0763003D5}"/>
          </ac:spMkLst>
        </pc:spChg>
        <pc:spChg chg="add del mod">
          <ac:chgData name="Akshaya CR" userId="36591afc81a10a1f" providerId="LiveId" clId="{7D21B3CC-0E02-46B5-A1DE-AE6BF2EE44FE}" dt="2026-10-08T18:25:58.228" v="7100" actId="478"/>
          <ac:spMkLst>
            <pc:docMk/>
            <pc:sldMk cId="3376389966" sldId="264"/>
            <ac:spMk id="43" creationId="{C12B5E96-A2FC-F488-B4C1-024B62FB9B0A}"/>
          </ac:spMkLst>
        </pc:spChg>
        <pc:spChg chg="add del mod">
          <ac:chgData name="Akshaya CR" userId="36591afc81a10a1f" providerId="LiveId" clId="{7D21B3CC-0E02-46B5-A1DE-AE6BF2EE44FE}" dt="2026-10-08T18:25:53.716" v="7099" actId="478"/>
          <ac:spMkLst>
            <pc:docMk/>
            <pc:sldMk cId="3376389966" sldId="264"/>
            <ac:spMk id="45" creationId="{E6F22774-A8FD-C2BF-38D9-26E53DB3DD0F}"/>
          </ac:spMkLst>
        </pc:spChg>
        <pc:spChg chg="add del mod">
          <ac:chgData name="Akshaya CR" userId="36591afc81a10a1f" providerId="LiveId" clId="{7D21B3CC-0E02-46B5-A1DE-AE6BF2EE44FE}" dt="2026-10-08T18:25:45.375" v="7096" actId="478"/>
          <ac:spMkLst>
            <pc:docMk/>
            <pc:sldMk cId="3376389966" sldId="264"/>
            <ac:spMk id="47" creationId="{D633A5B3-F4EF-2B4B-7BCF-72AD161CC42C}"/>
          </ac:spMkLst>
        </pc:spChg>
        <pc:spChg chg="add del mod">
          <ac:chgData name="Akshaya CR" userId="36591afc81a10a1f" providerId="LiveId" clId="{7D21B3CC-0E02-46B5-A1DE-AE6BF2EE44FE}" dt="2026-10-08T18:25:35.552" v="7093" actId="478"/>
          <ac:spMkLst>
            <pc:docMk/>
            <pc:sldMk cId="3376389966" sldId="264"/>
            <ac:spMk id="49" creationId="{ECD87D9C-EB1B-4788-AC07-209B902BB285}"/>
          </ac:spMkLst>
        </pc:spChg>
        <pc:spChg chg="add del mod">
          <ac:chgData name="Akshaya CR" userId="36591afc81a10a1f" providerId="LiveId" clId="{7D21B3CC-0E02-46B5-A1DE-AE6BF2EE44FE}" dt="2026-10-08T18:25:42.089" v="7095" actId="478"/>
          <ac:spMkLst>
            <pc:docMk/>
            <pc:sldMk cId="3376389966" sldId="264"/>
            <ac:spMk id="51" creationId="{4D0D6CCD-D9D7-BF77-761E-486762F289D3}"/>
          </ac:spMkLst>
        </pc:spChg>
        <pc:spChg chg="add del mod">
          <ac:chgData name="Akshaya CR" userId="36591afc81a10a1f" providerId="LiveId" clId="{7D21B3CC-0E02-46B5-A1DE-AE6BF2EE44FE}" dt="2026-10-08T18:20:17.764" v="6747" actId="1076"/>
          <ac:spMkLst>
            <pc:docMk/>
            <pc:sldMk cId="3376389966" sldId="264"/>
            <ac:spMk id="53" creationId="{52F876B9-BBBA-1124-599B-F49B2F41AA23}"/>
          </ac:spMkLst>
        </pc:spChg>
        <pc:spChg chg="add mod">
          <ac:chgData name="Akshaya CR" userId="36591afc81a10a1f" providerId="LiveId" clId="{7D21B3CC-0E02-46B5-A1DE-AE6BF2EE44FE}" dt="2026-10-08T18:25:19.052" v="7090" actId="20577"/>
          <ac:spMkLst>
            <pc:docMk/>
            <pc:sldMk cId="3376389966" sldId="264"/>
            <ac:spMk id="55" creationId="{7A15C287-872F-C7B4-F56D-C4682C4D6350}"/>
          </ac:spMkLst>
        </pc:spChg>
        <pc:spChg chg="add mod">
          <ac:chgData name="Akshaya CR" userId="36591afc81a10a1f" providerId="LiveId" clId="{7D21B3CC-0E02-46B5-A1DE-AE6BF2EE44FE}" dt="2026-10-08T18:19:41.693" v="6738" actId="1076"/>
          <ac:spMkLst>
            <pc:docMk/>
            <pc:sldMk cId="3376389966" sldId="264"/>
            <ac:spMk id="57" creationId="{1D89ACF6-569A-1A3D-A170-39494133DF34}"/>
          </ac:spMkLst>
        </pc:spChg>
        <pc:spChg chg="add mod">
          <ac:chgData name="Akshaya CR" userId="36591afc81a10a1f" providerId="LiveId" clId="{7D21B3CC-0E02-46B5-A1DE-AE6BF2EE44FE}" dt="2026-10-08T18:49:35.775" v="7441" actId="1035"/>
          <ac:spMkLst>
            <pc:docMk/>
            <pc:sldMk cId="3376389966" sldId="264"/>
            <ac:spMk id="59" creationId="{D431F90C-1375-20E0-F8B9-8B3440A08234}"/>
          </ac:spMkLst>
        </pc:spChg>
        <pc:spChg chg="add mod">
          <ac:chgData name="Akshaya CR" userId="36591afc81a10a1f" providerId="LiveId" clId="{7D21B3CC-0E02-46B5-A1DE-AE6BF2EE44FE}" dt="2026-10-08T18:19:59.604" v="6742" actId="1076"/>
          <ac:spMkLst>
            <pc:docMk/>
            <pc:sldMk cId="3376389966" sldId="264"/>
            <ac:spMk id="61" creationId="{1AB62C3D-108E-8C57-860F-F6E19A76F070}"/>
          </ac:spMkLst>
        </pc:spChg>
        <pc:spChg chg="add mod">
          <ac:chgData name="Akshaya CR" userId="36591afc81a10a1f" providerId="LiveId" clId="{7D21B3CC-0E02-46B5-A1DE-AE6BF2EE44FE}" dt="2026-10-08T18:20:06.520" v="6744" actId="1076"/>
          <ac:spMkLst>
            <pc:docMk/>
            <pc:sldMk cId="3376389966" sldId="264"/>
            <ac:spMk id="63" creationId="{1DDBE372-B0B5-7B41-47E3-FDED8C993183}"/>
          </ac:spMkLst>
        </pc:spChg>
        <pc:picChg chg="mod">
          <ac:chgData name="Akshaya CR" userId="36591afc81a10a1f" providerId="LiveId" clId="{7D21B3CC-0E02-46B5-A1DE-AE6BF2EE44FE}" dt="2026-10-08T18:05:47.102" v="6589" actId="208"/>
          <ac:picMkLst>
            <pc:docMk/>
            <pc:sldMk cId="3376389966" sldId="264"/>
            <ac:picMk id="3" creationId="{58FE0101-7EE1-6EEF-97CB-8B7748299277}"/>
          </ac:picMkLst>
        </pc:picChg>
        <pc:cxnChg chg="add del mod">
          <ac:chgData name="Akshaya CR" userId="36591afc81a10a1f" providerId="LiveId" clId="{7D21B3CC-0E02-46B5-A1DE-AE6BF2EE44FE}" dt="2026-10-08T18:18:02.328" v="6723" actId="11529"/>
          <ac:cxnSpMkLst>
            <pc:docMk/>
            <pc:sldMk cId="3376389966" sldId="264"/>
            <ac:cxnSpMk id="5" creationId="{30E3FEBD-50CD-1865-27AD-7EAEFED04814}"/>
          </ac:cxnSpMkLst>
        </pc:cxnChg>
        <pc:cxnChg chg="add del mod">
          <ac:chgData name="Akshaya CR" userId="36591afc81a10a1f" providerId="LiveId" clId="{7D21B3CC-0E02-46B5-A1DE-AE6BF2EE44FE}" dt="2026-10-08T18:21:57.932" v="6762" actId="478"/>
          <ac:cxnSpMkLst>
            <pc:docMk/>
            <pc:sldMk cId="3376389966" sldId="264"/>
            <ac:cxnSpMk id="8" creationId="{4DC45876-298E-A574-8856-65F9A13D02BB}"/>
          </ac:cxnSpMkLst>
        </pc:cxnChg>
      </pc:sldChg>
      <pc:sldChg chg="delSp del mod">
        <pc:chgData name="Akshaya CR" userId="36591afc81a10a1f" providerId="LiveId" clId="{7D21B3CC-0E02-46B5-A1DE-AE6BF2EE44FE}" dt="2026-10-08T18:59:57.944" v="7750" actId="47"/>
        <pc:sldMkLst>
          <pc:docMk/>
          <pc:sldMk cId="1294109316" sldId="265"/>
        </pc:sldMkLst>
      </pc:sldChg>
      <pc:sldChg chg="addSp delSp modSp del mod">
        <pc:chgData name="Akshaya CR" userId="36591afc81a10a1f" providerId="LiveId" clId="{7D21B3CC-0E02-46B5-A1DE-AE6BF2EE44FE}" dt="2026-10-08T14:22:16.522" v="5349" actId="47"/>
        <pc:sldMkLst>
          <pc:docMk/>
          <pc:sldMk cId="2115881031" sldId="266"/>
        </pc:sldMkLst>
        <pc:spChg chg="add del mod">
          <ac:chgData name="Akshaya CR" userId="36591afc81a10a1f" providerId="LiveId" clId="{7D21B3CC-0E02-46B5-A1DE-AE6BF2EE44FE}" dt="2026-10-08T14:20:57.956" v="5331" actId="478"/>
          <ac:spMkLst>
            <pc:docMk/>
            <pc:sldMk cId="2115881031" sldId="266"/>
            <ac:spMk id="2" creationId="{3093E0D0-6869-49CB-BAF6-54423CD0682B}"/>
          </ac:spMkLst>
        </pc:spChg>
        <pc:spChg chg="add del mod">
          <ac:chgData name="Akshaya CR" userId="36591afc81a10a1f" providerId="LiveId" clId="{7D21B3CC-0E02-46B5-A1DE-AE6BF2EE44FE}" dt="2026-10-08T14:21:13.587" v="5339"/>
          <ac:spMkLst>
            <pc:docMk/>
            <pc:sldMk cId="2115881031" sldId="266"/>
            <ac:spMk id="28" creationId="{C8F0745B-3335-7B92-1DE0-395669521439}"/>
          </ac:spMkLst>
        </pc:spChg>
        <pc:graphicFrameChg chg="mod">
          <ac:chgData name="Akshaya CR" userId="36591afc81a10a1f" providerId="LiveId" clId="{7D21B3CC-0E02-46B5-A1DE-AE6BF2EE44FE}" dt="2026-10-08T14:22:04.766" v="5348"/>
          <ac:graphicFrameMkLst>
            <pc:docMk/>
            <pc:sldMk cId="2115881031" sldId="266"/>
            <ac:graphicFrameMk id="23" creationId="{61E8EDCF-08B6-45CF-B74C-8059BEFD06CB}"/>
          </ac:graphicFrameMkLst>
        </pc:graphicFrameChg>
        <pc:graphicFrameChg chg="mod">
          <ac:chgData name="Akshaya CR" userId="36591afc81a10a1f" providerId="LiveId" clId="{7D21B3CC-0E02-46B5-A1DE-AE6BF2EE44FE}" dt="2026-10-08T14:21:30.482" v="5341" actId="1076"/>
          <ac:graphicFrameMkLst>
            <pc:docMk/>
            <pc:sldMk cId="2115881031" sldId="266"/>
            <ac:graphicFrameMk id="25" creationId="{79540144-5257-4B86-8478-F83CB7024E51}"/>
          </ac:graphicFrameMkLst>
        </pc:graphicFrameChg>
      </pc:sldChg>
      <pc:sldChg chg="addSp delSp modSp del mod">
        <pc:chgData name="Akshaya CR" userId="36591afc81a10a1f" providerId="LiveId" clId="{7D21B3CC-0E02-46B5-A1DE-AE6BF2EE44FE}" dt="2026-10-08T15:58:37.317" v="5536" actId="47"/>
        <pc:sldMkLst>
          <pc:docMk/>
          <pc:sldMk cId="1262860319" sldId="267"/>
        </pc:sldMkLst>
        <pc:spChg chg="add mod">
          <ac:chgData name="Akshaya CR" userId="36591afc81a10a1f" providerId="LiveId" clId="{7D21B3CC-0E02-46B5-A1DE-AE6BF2EE44FE}" dt="2026-10-08T14:27:35.089" v="5380" actId="14100"/>
          <ac:spMkLst>
            <pc:docMk/>
            <pc:sldMk cId="1262860319" sldId="267"/>
            <ac:spMk id="3" creationId="{51549C8F-88B7-4DA0-1DE9-A2913FB1135E}"/>
          </ac:spMkLst>
        </pc:spChg>
        <pc:spChg chg="add mod">
          <ac:chgData name="Akshaya CR" userId="36591afc81a10a1f" providerId="LiveId" clId="{7D21B3CC-0E02-46B5-A1DE-AE6BF2EE44FE}" dt="2026-10-08T14:26:47.141" v="5369" actId="255"/>
          <ac:spMkLst>
            <pc:docMk/>
            <pc:sldMk cId="1262860319" sldId="267"/>
            <ac:spMk id="4" creationId="{D801DF99-509A-8246-0A50-7E8A7C8BD941}"/>
          </ac:spMkLst>
        </pc:spChg>
        <pc:spChg chg="add mod">
          <ac:chgData name="Akshaya CR" userId="36591afc81a10a1f" providerId="LiveId" clId="{7D21B3CC-0E02-46B5-A1DE-AE6BF2EE44FE}" dt="2026-10-08T14:26:53.988" v="5370" actId="14100"/>
          <ac:spMkLst>
            <pc:docMk/>
            <pc:sldMk cId="1262860319" sldId="267"/>
            <ac:spMk id="5" creationId="{A8FF619E-283C-6E35-F023-744D02B5F099}"/>
          </ac:spMkLst>
        </pc:spChg>
        <pc:spChg chg="add mod">
          <ac:chgData name="Akshaya CR" userId="36591afc81a10a1f" providerId="LiveId" clId="{7D21B3CC-0E02-46B5-A1DE-AE6BF2EE44FE}" dt="2026-10-08T14:26:58.823" v="5371" actId="14100"/>
          <ac:spMkLst>
            <pc:docMk/>
            <pc:sldMk cId="1262860319" sldId="267"/>
            <ac:spMk id="6" creationId="{533CA194-E086-23D9-4A3D-528366A548EA}"/>
          </ac:spMkLst>
        </pc:spChg>
        <pc:spChg chg="add mod">
          <ac:chgData name="Akshaya CR" userId="36591afc81a10a1f" providerId="LiveId" clId="{7D21B3CC-0E02-46B5-A1DE-AE6BF2EE44FE}" dt="2026-10-08T14:27:01.734" v="5372" actId="14100"/>
          <ac:spMkLst>
            <pc:docMk/>
            <pc:sldMk cId="1262860319" sldId="267"/>
            <ac:spMk id="7" creationId="{D3CC6189-A284-7160-861B-7A3805A4B42A}"/>
          </ac:spMkLst>
        </pc:spChg>
        <pc:spChg chg="add mod">
          <ac:chgData name="Akshaya CR" userId="36591afc81a10a1f" providerId="LiveId" clId="{7D21B3CC-0E02-46B5-A1DE-AE6BF2EE44FE}" dt="2026-10-08T14:27:08.908" v="5375" actId="14100"/>
          <ac:spMkLst>
            <pc:docMk/>
            <pc:sldMk cId="1262860319" sldId="267"/>
            <ac:spMk id="8" creationId="{3EDB994D-45F5-8E87-DBD6-D116A98A5906}"/>
          </ac:spMkLst>
        </pc:spChg>
        <pc:spChg chg="add mod">
          <ac:chgData name="Akshaya CR" userId="36591afc81a10a1f" providerId="LiveId" clId="{7D21B3CC-0E02-46B5-A1DE-AE6BF2EE44FE}" dt="2026-10-08T14:27:12.957" v="5376" actId="14100"/>
          <ac:spMkLst>
            <pc:docMk/>
            <pc:sldMk cId="1262860319" sldId="267"/>
            <ac:spMk id="9" creationId="{998B1862-A20D-FC63-59A8-71EDA51D3921}"/>
          </ac:spMkLst>
        </pc:spChg>
        <pc:spChg chg="add mod">
          <ac:chgData name="Akshaya CR" userId="36591afc81a10a1f" providerId="LiveId" clId="{7D21B3CC-0E02-46B5-A1DE-AE6BF2EE44FE}" dt="2026-10-08T14:33:18.959" v="5431" actId="207"/>
          <ac:spMkLst>
            <pc:docMk/>
            <pc:sldMk cId="1262860319" sldId="267"/>
            <ac:spMk id="13" creationId="{412C9B14-D471-AE64-3BD5-A24AD7402835}"/>
          </ac:spMkLst>
        </pc:spChg>
        <pc:spChg chg="add mod">
          <ac:chgData name="Akshaya CR" userId="36591afc81a10a1f" providerId="LiveId" clId="{7D21B3CC-0E02-46B5-A1DE-AE6BF2EE44FE}" dt="2026-10-08T14:33:09.696" v="5430" actId="208"/>
          <ac:spMkLst>
            <pc:docMk/>
            <pc:sldMk cId="1262860319" sldId="267"/>
            <ac:spMk id="16" creationId="{5156F031-E1CF-5BAE-A8BA-A56711D6900D}"/>
          </ac:spMkLst>
        </pc:spChg>
        <pc:spChg chg="add mod">
          <ac:chgData name="Akshaya CR" userId="36591afc81a10a1f" providerId="LiveId" clId="{7D21B3CC-0E02-46B5-A1DE-AE6BF2EE44FE}" dt="2026-10-08T14:33:09.696" v="5430" actId="208"/>
          <ac:spMkLst>
            <pc:docMk/>
            <pc:sldMk cId="1262860319" sldId="267"/>
            <ac:spMk id="17" creationId="{BD37B340-5F16-352D-6C69-F05BD3BE78DC}"/>
          </ac:spMkLst>
        </pc:spChg>
        <pc:spChg chg="add mod">
          <ac:chgData name="Akshaya CR" userId="36591afc81a10a1f" providerId="LiveId" clId="{7D21B3CC-0E02-46B5-A1DE-AE6BF2EE44FE}" dt="2026-10-08T14:33:09.696" v="5430" actId="208"/>
          <ac:spMkLst>
            <pc:docMk/>
            <pc:sldMk cId="1262860319" sldId="267"/>
            <ac:spMk id="18" creationId="{2A9CD990-1044-DC3B-30D9-130FD687440A}"/>
          </ac:spMkLst>
        </pc:spChg>
        <pc:spChg chg="add mod">
          <ac:chgData name="Akshaya CR" userId="36591afc81a10a1f" providerId="LiveId" clId="{7D21B3CC-0E02-46B5-A1DE-AE6BF2EE44FE}" dt="2026-10-08T14:33:09.696" v="5430" actId="208"/>
          <ac:spMkLst>
            <pc:docMk/>
            <pc:sldMk cId="1262860319" sldId="267"/>
            <ac:spMk id="19" creationId="{F27FD097-5A15-FB92-F6E4-2BDE05FDF073}"/>
          </ac:spMkLst>
        </pc:spChg>
        <pc:spChg chg="add mod">
          <ac:chgData name="Akshaya CR" userId="36591afc81a10a1f" providerId="LiveId" clId="{7D21B3CC-0E02-46B5-A1DE-AE6BF2EE44FE}" dt="2026-10-08T14:33:09.696" v="5430" actId="208"/>
          <ac:spMkLst>
            <pc:docMk/>
            <pc:sldMk cId="1262860319" sldId="267"/>
            <ac:spMk id="20" creationId="{24ECCB6B-241B-EEBA-CA36-1072831884C6}"/>
          </ac:spMkLst>
        </pc:spChg>
        <pc:spChg chg="add mod">
          <ac:chgData name="Akshaya CR" userId="36591afc81a10a1f" providerId="LiveId" clId="{7D21B3CC-0E02-46B5-A1DE-AE6BF2EE44FE}" dt="2026-10-08T14:59:43.197" v="5451" actId="1076"/>
          <ac:spMkLst>
            <pc:docMk/>
            <pc:sldMk cId="1262860319" sldId="267"/>
            <ac:spMk id="21" creationId="{669CD33D-B1D2-DE92-6274-AA1FDF3DF9E3}"/>
          </ac:spMkLst>
        </pc:spChg>
        <pc:grpChg chg="add del mod">
          <ac:chgData name="Akshaya CR" userId="36591afc81a10a1f" providerId="LiveId" clId="{7D21B3CC-0E02-46B5-A1DE-AE6BF2EE44FE}" dt="2026-10-08T14:58:55.956" v="5446" actId="478"/>
          <ac:grpSpMkLst>
            <pc:docMk/>
            <pc:sldMk cId="1262860319" sldId="267"/>
            <ac:grpSpMk id="2" creationId="{2DFA0D38-68B6-4CC1-9682-62ED52CD49E5}"/>
          </ac:grpSpMkLst>
        </pc:grpChg>
        <pc:grpChg chg="add mod">
          <ac:chgData name="Akshaya CR" userId="36591afc81a10a1f" providerId="LiveId" clId="{7D21B3CC-0E02-46B5-A1DE-AE6BF2EE44FE}" dt="2026-10-08T15:00:23.127" v="5455" actId="1076"/>
          <ac:grpSpMkLst>
            <pc:docMk/>
            <pc:sldMk cId="1262860319" sldId="267"/>
            <ac:grpSpMk id="12" creationId="{85E58C1E-E846-4580-9B02-6140926A414E}"/>
          </ac:grpSpMkLst>
        </pc:grpChg>
        <pc:grpChg chg="add mod">
          <ac:chgData name="Akshaya CR" userId="36591afc81a10a1f" providerId="LiveId" clId="{7D21B3CC-0E02-46B5-A1DE-AE6BF2EE44FE}" dt="2026-10-08T14:33:05.679" v="5429" actId="207"/>
          <ac:grpSpMkLst>
            <pc:docMk/>
            <pc:sldMk cId="1262860319" sldId="267"/>
            <ac:grpSpMk id="14" creationId="{2AB439B1-03D0-36D5-946A-C40E5BA63493}"/>
          </ac:grpSpMkLst>
        </pc:grpChg>
        <pc:grpChg chg="add mod">
          <ac:chgData name="Akshaya CR" userId="36591afc81a10a1f" providerId="LiveId" clId="{7D21B3CC-0E02-46B5-A1DE-AE6BF2EE44FE}" dt="2026-10-08T14:33:05.679" v="5429" actId="207"/>
          <ac:grpSpMkLst>
            <pc:docMk/>
            <pc:sldMk cId="1262860319" sldId="267"/>
            <ac:grpSpMk id="15" creationId="{43879BCD-16D0-27A2-1EC0-00872F85DC04}"/>
          </ac:grpSpMkLst>
        </pc:grpChg>
        <pc:graphicFrameChg chg="add mod">
          <ac:chgData name="Akshaya CR" userId="36591afc81a10a1f" providerId="LiveId" clId="{7D21B3CC-0E02-46B5-A1DE-AE6BF2EE44FE}" dt="2026-10-08T15:01:39.920" v="5471" actId="14100"/>
          <ac:graphicFrameMkLst>
            <pc:docMk/>
            <pc:sldMk cId="1262860319" sldId="267"/>
            <ac:graphicFrameMk id="10" creationId="{79540144-5257-4B86-8478-F83CB7024E51}"/>
          </ac:graphicFrameMkLst>
        </pc:graphicFrameChg>
        <pc:graphicFrameChg chg="add mod">
          <ac:chgData name="Akshaya CR" userId="36591afc81a10a1f" providerId="LiveId" clId="{7D21B3CC-0E02-46B5-A1DE-AE6BF2EE44FE}" dt="2026-10-08T15:01:06.269" v="5463" actId="1076"/>
          <ac:graphicFrameMkLst>
            <pc:docMk/>
            <pc:sldMk cId="1262860319" sldId="267"/>
            <ac:graphicFrameMk id="11" creationId="{61E8EDCF-08B6-45CF-B74C-8059BEFD06CB}"/>
          </ac:graphicFrameMkLst>
        </pc:graphicFrameChg>
        <pc:graphicFrameChg chg="add mod">
          <ac:chgData name="Akshaya CR" userId="36591afc81a10a1f" providerId="LiveId" clId="{7D21B3CC-0E02-46B5-A1DE-AE6BF2EE44FE}" dt="2026-10-08T15:01:30.983" v="5469" actId="14100"/>
          <ac:graphicFrameMkLst>
            <pc:docMk/>
            <pc:sldMk cId="1262860319" sldId="267"/>
            <ac:graphicFrameMk id="22" creationId="{D5B77CAD-D9D6-437A-B673-3288DFF10FA8}"/>
          </ac:graphicFrameMkLst>
        </pc:graphicFrameChg>
      </pc:sldChg>
      <pc:sldChg chg="addSp delSp modSp mod modTransition setBg">
        <pc:chgData name="Akshaya CR" userId="36591afc81a10a1f" providerId="LiveId" clId="{7D21B3CC-0E02-46B5-A1DE-AE6BF2EE44FE}" dt="2026-10-09T06:25:34.648" v="9236"/>
        <pc:sldMkLst>
          <pc:docMk/>
          <pc:sldMk cId="2748232691" sldId="268"/>
        </pc:sldMkLst>
        <pc:spChg chg="add mod">
          <ac:chgData name="Akshaya CR" userId="36591afc81a10a1f" providerId="LiveId" clId="{7D21B3CC-0E02-46B5-A1DE-AE6BF2EE44FE}" dt="2026-10-08T16:20:07.363" v="5886" actId="207"/>
          <ac:spMkLst>
            <pc:docMk/>
            <pc:sldMk cId="2748232691" sldId="268"/>
            <ac:spMk id="2" creationId="{187448E2-48D7-1222-17DD-9AF5DA511BFD}"/>
          </ac:spMkLst>
        </pc:spChg>
        <pc:spChg chg="add mod">
          <ac:chgData name="Akshaya CR" userId="36591afc81a10a1f" providerId="LiveId" clId="{7D21B3CC-0E02-46B5-A1DE-AE6BF2EE44FE}" dt="2026-10-08T16:20:47.629" v="5906" actId="692"/>
          <ac:spMkLst>
            <pc:docMk/>
            <pc:sldMk cId="2748232691" sldId="268"/>
            <ac:spMk id="4" creationId="{681244E7-9B36-8CCC-6BFE-B77A0749D4A1}"/>
          </ac:spMkLst>
        </pc:spChg>
        <pc:spChg chg="add mod">
          <ac:chgData name="Akshaya CR" userId="36591afc81a10a1f" providerId="LiveId" clId="{7D21B3CC-0E02-46B5-A1DE-AE6BF2EE44FE}" dt="2026-10-08T16:05:31.197" v="5627" actId="207"/>
          <ac:spMkLst>
            <pc:docMk/>
            <pc:sldMk cId="2748232691" sldId="268"/>
            <ac:spMk id="7" creationId="{669CD33D-B1D2-DE92-6274-AA1FDF3DF9E3}"/>
          </ac:spMkLst>
        </pc:spChg>
        <pc:spChg chg="add mod">
          <ac:chgData name="Akshaya CR" userId="36591afc81a10a1f" providerId="LiveId" clId="{7D21B3CC-0E02-46B5-A1DE-AE6BF2EE44FE}" dt="2026-10-08T16:05:38.541" v="5628" actId="207"/>
          <ac:spMkLst>
            <pc:docMk/>
            <pc:sldMk cId="2748232691" sldId="268"/>
            <ac:spMk id="8" creationId="{412C9B14-D471-AE64-3BD5-A24AD7402835}"/>
          </ac:spMkLst>
        </pc:spChg>
        <pc:spChg chg="add mod">
          <ac:chgData name="Akshaya CR" userId="36591afc81a10a1f" providerId="LiveId" clId="{7D21B3CC-0E02-46B5-A1DE-AE6BF2EE44FE}" dt="2026-10-08T16:05:54.337" v="5631" actId="207"/>
          <ac:spMkLst>
            <pc:docMk/>
            <pc:sldMk cId="2748232691" sldId="268"/>
            <ac:spMk id="11" creationId="{5156F031-E1CF-5BAE-A8BA-A56711D6900D}"/>
          </ac:spMkLst>
        </pc:spChg>
        <pc:spChg chg="add mod">
          <ac:chgData name="Akshaya CR" userId="36591afc81a10a1f" providerId="LiveId" clId="{7D21B3CC-0E02-46B5-A1DE-AE6BF2EE44FE}" dt="2026-10-08T16:05:51.060" v="5630" actId="207"/>
          <ac:spMkLst>
            <pc:docMk/>
            <pc:sldMk cId="2748232691" sldId="268"/>
            <ac:spMk id="12" creationId="{BD37B340-5F16-352D-6C69-F05BD3BE78DC}"/>
          </ac:spMkLst>
        </pc:spChg>
        <pc:spChg chg="add mod">
          <ac:chgData name="Akshaya CR" userId="36591afc81a10a1f" providerId="LiveId" clId="{7D21B3CC-0E02-46B5-A1DE-AE6BF2EE44FE}" dt="2026-10-08T16:05:24.556" v="5626" actId="207"/>
          <ac:spMkLst>
            <pc:docMk/>
            <pc:sldMk cId="2748232691" sldId="268"/>
            <ac:spMk id="13" creationId="{2A9CD990-1044-DC3B-30D9-130FD687440A}"/>
          </ac:spMkLst>
        </pc:spChg>
        <pc:spChg chg="add mod">
          <ac:chgData name="Akshaya CR" userId="36591afc81a10a1f" providerId="LiveId" clId="{7D21B3CC-0E02-46B5-A1DE-AE6BF2EE44FE}" dt="2026-10-08T16:05:47.386" v="5629" actId="207"/>
          <ac:spMkLst>
            <pc:docMk/>
            <pc:sldMk cId="2748232691" sldId="268"/>
            <ac:spMk id="14" creationId="{F27FD097-5A15-FB92-F6E4-2BDE05FDF073}"/>
          </ac:spMkLst>
        </pc:spChg>
        <pc:spChg chg="add mod">
          <ac:chgData name="Akshaya CR" userId="36591afc81a10a1f" providerId="LiveId" clId="{7D21B3CC-0E02-46B5-A1DE-AE6BF2EE44FE}" dt="2026-10-08T16:05:24.556" v="5626" actId="207"/>
          <ac:spMkLst>
            <pc:docMk/>
            <pc:sldMk cId="2748232691" sldId="268"/>
            <ac:spMk id="15" creationId="{24ECCB6B-241B-EEBA-CA36-1072831884C6}"/>
          </ac:spMkLst>
        </pc:spChg>
        <pc:spChg chg="add del mod">
          <ac:chgData name="Akshaya CR" userId="36591afc81a10a1f" providerId="LiveId" clId="{7D21B3CC-0E02-46B5-A1DE-AE6BF2EE44FE}" dt="2026-10-08T16:19:05.978" v="5785"/>
          <ac:spMkLst>
            <pc:docMk/>
            <pc:sldMk cId="2748232691" sldId="268"/>
            <ac:spMk id="23" creationId="{26657C98-D510-B374-1C2E-0B33B4C46CEA}"/>
          </ac:spMkLst>
        </pc:spChg>
        <pc:grpChg chg="add mod">
          <ac:chgData name="Akshaya CR" userId="36591afc81a10a1f" providerId="LiveId" clId="{7D21B3CC-0E02-46B5-A1DE-AE6BF2EE44FE}" dt="2026-10-08T16:21:11.380" v="5908" actId="1076"/>
          <ac:grpSpMkLst>
            <pc:docMk/>
            <pc:sldMk cId="2748232691" sldId="268"/>
            <ac:grpSpMk id="3" creationId="{A8036605-206C-EAC1-4127-FE3AA0BFD60F}"/>
          </ac:grpSpMkLst>
        </pc:grpChg>
        <pc:grpChg chg="add mod">
          <ac:chgData name="Akshaya CR" userId="36591afc81a10a1f" providerId="LiveId" clId="{7D21B3CC-0E02-46B5-A1DE-AE6BF2EE44FE}" dt="2026-10-08T16:05:24.556" v="5626" actId="207"/>
          <ac:grpSpMkLst>
            <pc:docMk/>
            <pc:sldMk cId="2748232691" sldId="268"/>
            <ac:grpSpMk id="6" creationId="{85E58C1E-E846-4580-9B02-6140926A414E}"/>
          </ac:grpSpMkLst>
        </pc:grpChg>
        <pc:grpChg chg="add mod">
          <ac:chgData name="Akshaya CR" userId="36591afc81a10a1f" providerId="LiveId" clId="{7D21B3CC-0E02-46B5-A1DE-AE6BF2EE44FE}" dt="2026-10-08T16:05:24.556" v="5626" actId="207"/>
          <ac:grpSpMkLst>
            <pc:docMk/>
            <pc:sldMk cId="2748232691" sldId="268"/>
            <ac:grpSpMk id="9" creationId="{2AB439B1-03D0-36D5-946A-C40E5BA63493}"/>
          </ac:grpSpMkLst>
        </pc:grpChg>
        <pc:grpChg chg="add mod">
          <ac:chgData name="Akshaya CR" userId="36591afc81a10a1f" providerId="LiveId" clId="{7D21B3CC-0E02-46B5-A1DE-AE6BF2EE44FE}" dt="2026-10-08T16:05:24.556" v="5626" actId="207"/>
          <ac:grpSpMkLst>
            <pc:docMk/>
            <pc:sldMk cId="2748232691" sldId="268"/>
            <ac:grpSpMk id="10" creationId="{43879BCD-16D0-27A2-1EC0-00872F85DC04}"/>
          </ac:grpSpMkLst>
        </pc:grpChg>
        <pc:graphicFrameChg chg="add mod">
          <ac:chgData name="Akshaya CR" userId="36591afc81a10a1f" providerId="LiveId" clId="{7D21B3CC-0E02-46B5-A1DE-AE6BF2EE44FE}" dt="2026-10-08T20:08:41.064" v="7991" actId="255"/>
          <ac:graphicFrameMkLst>
            <pc:docMk/>
            <pc:sldMk cId="2748232691" sldId="268"/>
            <ac:graphicFrameMk id="16" creationId="{79540144-5257-4B86-8478-F83CB7024E51}"/>
          </ac:graphicFrameMkLst>
        </pc:graphicFrameChg>
        <pc:graphicFrameChg chg="add mod">
          <ac:chgData name="Akshaya CR" userId="36591afc81a10a1f" providerId="LiveId" clId="{7D21B3CC-0E02-46B5-A1DE-AE6BF2EE44FE}" dt="2026-10-08T20:09:23.466" v="7996" actId="255"/>
          <ac:graphicFrameMkLst>
            <pc:docMk/>
            <pc:sldMk cId="2748232691" sldId="268"/>
            <ac:graphicFrameMk id="17" creationId="{61E8EDCF-08B6-45CF-B74C-8059BEFD06CB}"/>
          </ac:graphicFrameMkLst>
        </pc:graphicFrameChg>
        <pc:graphicFrameChg chg="add mod">
          <ac:chgData name="Akshaya CR" userId="36591afc81a10a1f" providerId="LiveId" clId="{7D21B3CC-0E02-46B5-A1DE-AE6BF2EE44FE}" dt="2026-10-08T20:12:35.828" v="8017" actId="255"/>
          <ac:graphicFrameMkLst>
            <pc:docMk/>
            <pc:sldMk cId="2748232691" sldId="268"/>
            <ac:graphicFrameMk id="18" creationId="{D5B77CAD-D9D6-437A-B673-3288DFF10FA8}"/>
          </ac:graphicFrameMkLst>
        </pc:graphicFrameChg>
        <pc:graphicFrameChg chg="add del mod">
          <ac:chgData name="Akshaya CR" userId="36591afc81a10a1f" providerId="LiveId" clId="{7D21B3CC-0E02-46B5-A1DE-AE6BF2EE44FE}" dt="2026-10-08T16:11:05.274" v="5700" actId="478"/>
          <ac:graphicFrameMkLst>
            <pc:docMk/>
            <pc:sldMk cId="2748232691" sldId="268"/>
            <ac:graphicFrameMk id="19" creationId="{441D84D4-9376-4A34-9DAF-11892BFC7D14}"/>
          </ac:graphicFrameMkLst>
        </pc:graphicFrameChg>
        <pc:graphicFrameChg chg="add del mod">
          <ac:chgData name="Akshaya CR" userId="36591afc81a10a1f" providerId="LiveId" clId="{7D21B3CC-0E02-46B5-A1DE-AE6BF2EE44FE}" dt="2026-10-08T16:13:45.858" v="5705" actId="478"/>
          <ac:graphicFrameMkLst>
            <pc:docMk/>
            <pc:sldMk cId="2748232691" sldId="268"/>
            <ac:graphicFrameMk id="20" creationId="{441D84D4-9376-4A34-9DAF-11892BFC7D14}"/>
          </ac:graphicFrameMkLst>
        </pc:graphicFrameChg>
        <pc:graphicFrameChg chg="add mod">
          <ac:chgData name="Akshaya CR" userId="36591afc81a10a1f" providerId="LiveId" clId="{7D21B3CC-0E02-46B5-A1DE-AE6BF2EE44FE}" dt="2026-10-08T20:12:06.502" v="8014"/>
          <ac:graphicFrameMkLst>
            <pc:docMk/>
            <pc:sldMk cId="2748232691" sldId="268"/>
            <ac:graphicFrameMk id="21" creationId="{3566E52A-5513-4B20-9B32-C2A8BB6E0A66}"/>
          </ac:graphicFrameMkLst>
        </pc:graphicFrameChg>
        <pc:graphicFrameChg chg="add mod">
          <ac:chgData name="Akshaya CR" userId="36591afc81a10a1f" providerId="LiveId" clId="{7D21B3CC-0E02-46B5-A1DE-AE6BF2EE44FE}" dt="2026-10-08T20:11:01.727" v="8004"/>
          <ac:graphicFrameMkLst>
            <pc:docMk/>
            <pc:sldMk cId="2748232691" sldId="268"/>
            <ac:graphicFrameMk id="22" creationId="{60D98ADC-0ABE-43AD-B662-4AB709584497}"/>
          </ac:graphicFrameMkLst>
        </pc:graphicFrameChg>
        <pc:picChg chg="add mod">
          <ac:chgData name="Akshaya CR" userId="36591afc81a10a1f" providerId="LiveId" clId="{7D21B3CC-0E02-46B5-A1DE-AE6BF2EE44FE}" dt="2026-10-08T16:00:48.910" v="5551" actId="1076"/>
          <ac:picMkLst>
            <pc:docMk/>
            <pc:sldMk cId="2748232691" sldId="268"/>
            <ac:picMk id="5" creationId="{4E34FFFD-37D5-24D4-00B4-9CCFC2F04F4E}"/>
          </ac:picMkLst>
        </pc:picChg>
      </pc:sldChg>
      <pc:sldChg chg="addSp modSp mod modTransition">
        <pc:chgData name="Akshaya CR" userId="36591afc81a10a1f" providerId="LiveId" clId="{7D21B3CC-0E02-46B5-A1DE-AE6BF2EE44FE}" dt="2026-10-09T06:25:34.648" v="9236"/>
        <pc:sldMkLst>
          <pc:docMk/>
          <pc:sldMk cId="3305741533" sldId="269"/>
        </pc:sldMkLst>
        <pc:spChg chg="add mod">
          <ac:chgData name="Akshaya CR" userId="36591afc81a10a1f" providerId="LiveId" clId="{7D21B3CC-0E02-46B5-A1DE-AE6BF2EE44FE}" dt="2026-10-08T16:22:50.382" v="5912" actId="692"/>
          <ac:spMkLst>
            <pc:docMk/>
            <pc:sldMk cId="3305741533" sldId="269"/>
            <ac:spMk id="2" creationId="{81B9C491-A274-41CB-4516-A6957C394BD2}"/>
          </ac:spMkLst>
        </pc:spChg>
        <pc:spChg chg="add mod">
          <ac:chgData name="Akshaya CR" userId="36591afc81a10a1f" providerId="LiveId" clId="{7D21B3CC-0E02-46B5-A1DE-AE6BF2EE44FE}" dt="2026-10-08T16:23:56.020" v="5917" actId="1035"/>
          <ac:spMkLst>
            <pc:docMk/>
            <pc:sldMk cId="3305741533" sldId="269"/>
            <ac:spMk id="3" creationId="{E4154211-5F0B-E6BE-4A4E-89BEE030A069}"/>
          </ac:spMkLst>
        </pc:spChg>
        <pc:spChg chg="mod">
          <ac:chgData name="Akshaya CR" userId="36591afc81a10a1f" providerId="LiveId" clId="{7D21B3CC-0E02-46B5-A1DE-AE6BF2EE44FE}" dt="2026-10-08T17:01:13.509" v="6262" actId="692"/>
          <ac:spMkLst>
            <pc:docMk/>
            <pc:sldMk cId="3305741533" sldId="269"/>
            <ac:spMk id="5" creationId="{97A3EF2C-CFF7-2CC0-DD98-D87130DFFE39}"/>
          </ac:spMkLst>
        </pc:spChg>
        <pc:spChg chg="add mod">
          <ac:chgData name="Akshaya CR" userId="36591afc81a10a1f" providerId="LiveId" clId="{7D21B3CC-0E02-46B5-A1DE-AE6BF2EE44FE}" dt="2026-10-08T16:36:34.640" v="6022" actId="207"/>
          <ac:spMkLst>
            <pc:docMk/>
            <pc:sldMk cId="3305741533" sldId="269"/>
            <ac:spMk id="8" creationId="{DCCA305D-1CC0-923B-D4E9-18FCC3BFAEF7}"/>
          </ac:spMkLst>
        </pc:spChg>
        <pc:spChg chg="add mod">
          <ac:chgData name="Akshaya CR" userId="36591afc81a10a1f" providerId="LiveId" clId="{7D21B3CC-0E02-46B5-A1DE-AE6BF2EE44FE}" dt="2026-10-08T16:36:43.995" v="6024" actId="207"/>
          <ac:spMkLst>
            <pc:docMk/>
            <pc:sldMk cId="3305741533" sldId="269"/>
            <ac:spMk id="13" creationId="{20862D1A-EA2E-BD62-E1D9-43695D065DC2}"/>
          </ac:spMkLst>
        </pc:spChg>
        <pc:spChg chg="add mod">
          <ac:chgData name="Akshaya CR" userId="36591afc81a10a1f" providerId="LiveId" clId="{7D21B3CC-0E02-46B5-A1DE-AE6BF2EE44FE}" dt="2026-10-08T16:37:00.123" v="6028" actId="14100"/>
          <ac:spMkLst>
            <pc:docMk/>
            <pc:sldMk cId="3305741533" sldId="269"/>
            <ac:spMk id="14" creationId="{0EE3C07C-5009-8AEB-32A8-F6F9E2E17B4E}"/>
          </ac:spMkLst>
        </pc:spChg>
        <pc:spChg chg="add mod">
          <ac:chgData name="Akshaya CR" userId="36591afc81a10a1f" providerId="LiveId" clId="{7D21B3CC-0E02-46B5-A1DE-AE6BF2EE44FE}" dt="2026-10-08T16:36:50.798" v="6026" actId="207"/>
          <ac:spMkLst>
            <pc:docMk/>
            <pc:sldMk cId="3305741533" sldId="269"/>
            <ac:spMk id="15" creationId="{3B47B056-040C-40B5-5539-89B84874F5D7}"/>
          </ac:spMkLst>
        </pc:spChg>
        <pc:spChg chg="add mod">
          <ac:chgData name="Akshaya CR" userId="36591afc81a10a1f" providerId="LiveId" clId="{7D21B3CC-0E02-46B5-A1DE-AE6BF2EE44FE}" dt="2026-10-08T16:37:09.157" v="6030" actId="14100"/>
          <ac:spMkLst>
            <pc:docMk/>
            <pc:sldMk cId="3305741533" sldId="269"/>
            <ac:spMk id="16" creationId="{3CFD3B2F-548E-3A76-F4D1-4700F0B8551C}"/>
          </ac:spMkLst>
        </pc:spChg>
        <pc:spChg chg="add mod">
          <ac:chgData name="Akshaya CR" userId="36591afc81a10a1f" providerId="LiveId" clId="{7D21B3CC-0E02-46B5-A1DE-AE6BF2EE44FE}" dt="2026-10-08T16:36:47.377" v="6025" actId="207"/>
          <ac:spMkLst>
            <pc:docMk/>
            <pc:sldMk cId="3305741533" sldId="269"/>
            <ac:spMk id="17" creationId="{7885D60B-6B5F-59D4-8998-BA0D4859F60B}"/>
          </ac:spMkLst>
        </pc:spChg>
        <pc:spChg chg="add mod">
          <ac:chgData name="Akshaya CR" userId="36591afc81a10a1f" providerId="LiveId" clId="{7D21B3CC-0E02-46B5-A1DE-AE6BF2EE44FE}" dt="2026-10-08T16:37:05.769" v="6029" actId="14100"/>
          <ac:spMkLst>
            <pc:docMk/>
            <pc:sldMk cId="3305741533" sldId="269"/>
            <ac:spMk id="18" creationId="{4DB5678A-E1AF-8CB6-9A3D-A59CE3A357CB}"/>
          </ac:spMkLst>
        </pc:spChg>
        <pc:spChg chg="add mod">
          <ac:chgData name="Akshaya CR" userId="36591afc81a10a1f" providerId="LiveId" clId="{7D21B3CC-0E02-46B5-A1DE-AE6BF2EE44FE}" dt="2026-10-08T16:36:40.137" v="6023" actId="207"/>
          <ac:spMkLst>
            <pc:docMk/>
            <pc:sldMk cId="3305741533" sldId="269"/>
            <ac:spMk id="19" creationId="{029E9B2E-043F-818E-BF82-0765971E9D2A}"/>
          </ac:spMkLst>
        </pc:spChg>
        <pc:spChg chg="add mod">
          <ac:chgData name="Akshaya CR" userId="36591afc81a10a1f" providerId="LiveId" clId="{7D21B3CC-0E02-46B5-A1DE-AE6BF2EE44FE}" dt="2026-10-08T16:36:55.847" v="6027" actId="14100"/>
          <ac:spMkLst>
            <pc:docMk/>
            <pc:sldMk cId="3305741533" sldId="269"/>
            <ac:spMk id="20" creationId="{7E6277CD-C314-2BE9-EFF4-59C7CE04305D}"/>
          </ac:spMkLst>
        </pc:spChg>
        <pc:grpChg chg="add mod">
          <ac:chgData name="Akshaya CR" userId="36591afc81a10a1f" providerId="LiveId" clId="{7D21B3CC-0E02-46B5-A1DE-AE6BF2EE44FE}" dt="2026-10-08T16:33:14.160" v="6005" actId="14100"/>
          <ac:grpSpMkLst>
            <pc:docMk/>
            <pc:sldMk cId="3305741533" sldId="269"/>
            <ac:grpSpMk id="4" creationId="{FA8BBA25-E4BB-1BE1-9F46-5BAF0CCABFEC}"/>
          </ac:grpSpMkLst>
        </pc:grpChg>
        <pc:grpChg chg="add mod">
          <ac:chgData name="Akshaya CR" userId="36591afc81a10a1f" providerId="LiveId" clId="{7D21B3CC-0E02-46B5-A1DE-AE6BF2EE44FE}" dt="2026-10-08T16:25:09.947" v="5929" actId="14100"/>
          <ac:grpSpMkLst>
            <pc:docMk/>
            <pc:sldMk cId="3305741533" sldId="269"/>
            <ac:grpSpMk id="7" creationId="{5BDAE25F-C83E-5D4C-9727-457E0F4E3CDB}"/>
          </ac:grpSpMkLst>
        </pc:grpChg>
        <pc:grpChg chg="mod">
          <ac:chgData name="Akshaya CR" userId="36591afc81a10a1f" providerId="LiveId" clId="{7D21B3CC-0E02-46B5-A1DE-AE6BF2EE44FE}" dt="2026-10-08T16:36:05.458" v="6020" actId="207"/>
          <ac:grpSpMkLst>
            <pc:docMk/>
            <pc:sldMk cId="3305741533" sldId="269"/>
            <ac:grpSpMk id="9" creationId="{6EE57D7F-629E-F1DD-44C3-6440BF630F42}"/>
          </ac:grpSpMkLst>
        </pc:grpChg>
        <pc:graphicFrameChg chg="add mod">
          <ac:chgData name="Akshaya CR" userId="36591afc81a10a1f" providerId="LiveId" clId="{7D21B3CC-0E02-46B5-A1DE-AE6BF2EE44FE}" dt="2026-10-08T20:14:35.131" v="8027" actId="255"/>
          <ac:graphicFrameMkLst>
            <pc:docMk/>
            <pc:sldMk cId="3305741533" sldId="269"/>
            <ac:graphicFrameMk id="21" creationId="{B5672809-C24C-4B58-9DD4-FB58F46E9511}"/>
          </ac:graphicFrameMkLst>
        </pc:graphicFrameChg>
        <pc:graphicFrameChg chg="add mod">
          <ac:chgData name="Akshaya CR" userId="36591afc81a10a1f" providerId="LiveId" clId="{7D21B3CC-0E02-46B5-A1DE-AE6BF2EE44FE}" dt="2026-10-08T20:15:02.814" v="8031"/>
          <ac:graphicFrameMkLst>
            <pc:docMk/>
            <pc:sldMk cId="3305741533" sldId="269"/>
            <ac:graphicFrameMk id="22" creationId="{017DA6A0-99C3-44AA-A088-52D9D4A3772B}"/>
          </ac:graphicFrameMkLst>
        </pc:graphicFrameChg>
        <pc:graphicFrameChg chg="add mod">
          <ac:chgData name="Akshaya CR" userId="36591afc81a10a1f" providerId="LiveId" clId="{7D21B3CC-0E02-46B5-A1DE-AE6BF2EE44FE}" dt="2026-10-08T20:13:12.900" v="8020" actId="255"/>
          <ac:graphicFrameMkLst>
            <pc:docMk/>
            <pc:sldMk cId="3305741533" sldId="269"/>
            <ac:graphicFrameMk id="23" creationId="{19DA1852-6FA8-40F0-9123-19899B8B526C}"/>
          </ac:graphicFrameMkLst>
        </pc:graphicFrameChg>
        <pc:graphicFrameChg chg="add mod">
          <ac:chgData name="Akshaya CR" userId="36591afc81a10a1f" providerId="LiveId" clId="{7D21B3CC-0E02-46B5-A1DE-AE6BF2EE44FE}" dt="2026-10-08T20:13:51.574" v="8023" actId="255"/>
          <ac:graphicFrameMkLst>
            <pc:docMk/>
            <pc:sldMk cId="3305741533" sldId="269"/>
            <ac:graphicFrameMk id="24" creationId="{E3E7FACF-6D3C-4067-BB72-7D2ECAE7A179}"/>
          </ac:graphicFrameMkLst>
        </pc:graphicFrameChg>
        <pc:picChg chg="mod">
          <ac:chgData name="Akshaya CR" userId="36591afc81a10a1f" providerId="LiveId" clId="{7D21B3CC-0E02-46B5-A1DE-AE6BF2EE44FE}" dt="2026-10-08T17:01:13.509" v="6262" actId="692"/>
          <ac:picMkLst>
            <pc:docMk/>
            <pc:sldMk cId="3305741533" sldId="269"/>
            <ac:picMk id="6" creationId="{F60C07E9-35BA-7A70-2E0F-DA9CAA3A3C10}"/>
          </ac:picMkLst>
        </pc:picChg>
      </pc:sldChg>
      <pc:sldChg chg="addSp modSp del mod">
        <pc:chgData name="Akshaya CR" userId="36591afc81a10a1f" providerId="LiveId" clId="{7D21B3CC-0E02-46B5-A1DE-AE6BF2EE44FE}" dt="2026-10-08T15:58:34.808" v="5535" actId="47"/>
        <pc:sldMkLst>
          <pc:docMk/>
          <pc:sldMk cId="2260998119" sldId="270"/>
        </pc:sldMkLst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7" creationId="{A92DD13D-110F-7CB0-7DE3-B353C20E0AF8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11" creationId="{A28BF8CC-F415-6CA3-501F-775D70B2C0BA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13" creationId="{B6D185E0-0EFC-C1EA-DA8F-C53FE0C7EE22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14" creationId="{59B227F8-CFE0-3BF5-4B83-5AC8DACAA366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15" creationId="{60A007F1-CD21-06F8-1EC6-1C6B4BBCA819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16" creationId="{86380013-5F53-D14D-5DF2-BC6A8E034566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19" creationId="{32EAA0EE-6C10-797F-C653-871D902BF769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20" creationId="{E94EB74B-B5A9-5FEC-2B66-5991A1D8E166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21" creationId="{9A7BED41-83D4-9A0F-80F0-08632BB67B25}"/>
          </ac:spMkLst>
        </pc:spChg>
        <pc:spChg chg="add mod">
          <ac:chgData name="Akshaya CR" userId="36591afc81a10a1f" providerId="LiveId" clId="{7D21B3CC-0E02-46B5-A1DE-AE6BF2EE44FE}" dt="2026-10-08T09:10:58.413" v="5277"/>
          <ac:spMkLst>
            <pc:docMk/>
            <pc:sldMk cId="2260998119" sldId="270"/>
            <ac:spMk id="22" creationId="{47F938B1-5651-206A-E47A-DEAB0D47F5C0}"/>
          </ac:spMkLst>
        </pc:spChg>
        <pc:spChg chg="add mod">
          <ac:chgData name="Akshaya CR" userId="36591afc81a10a1f" providerId="LiveId" clId="{7D21B3CC-0E02-46B5-A1DE-AE6BF2EE44FE}" dt="2026-10-08T09:15:03.263" v="5328" actId="207"/>
          <ac:spMkLst>
            <pc:docMk/>
            <pc:sldMk cId="2260998119" sldId="270"/>
            <ac:spMk id="29" creationId="{A92DD13D-110F-7CB0-7DE3-B353C20E0AF8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33" creationId="{A28BF8CC-F415-6CA3-501F-775D70B2C0BA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34" creationId="{FEBC67A1-C51B-672A-C568-038CC6655455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37" creationId="{60A007F1-CD21-06F8-1EC6-1C6B4BBCA819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38" creationId="{86380013-5F53-D14D-5DF2-BC6A8E034566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39" creationId="{16D67B50-3297-82B3-FF92-0DC449D39BA3}"/>
          </ac:spMkLst>
        </pc:spChg>
        <pc:spChg chg="add mod">
          <ac:chgData name="Akshaya CR" userId="36591afc81a10a1f" providerId="LiveId" clId="{7D21B3CC-0E02-46B5-A1DE-AE6BF2EE44FE}" dt="2026-10-08T09:14:39.362" v="5311" actId="207"/>
          <ac:spMkLst>
            <pc:docMk/>
            <pc:sldMk cId="2260998119" sldId="270"/>
            <ac:spMk id="40" creationId="{960FD852-4A25-B224-F79C-8569D71ADAAB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41" creationId="{32EAA0EE-6C10-797F-C653-871D902BF769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43" creationId="{9A7BED41-83D4-9A0F-80F0-08632BB67B25}"/>
          </ac:spMkLst>
        </pc:spChg>
        <pc:spChg chg="add mod">
          <ac:chgData name="Akshaya CR" userId="36591afc81a10a1f" providerId="LiveId" clId="{7D21B3CC-0E02-46B5-A1DE-AE6BF2EE44FE}" dt="2026-10-08T09:11:03.935" v="5281"/>
          <ac:spMkLst>
            <pc:docMk/>
            <pc:sldMk cId="2260998119" sldId="270"/>
            <ac:spMk id="44" creationId="{47F938B1-5651-206A-E47A-DEAB0D47F5C0}"/>
          </ac:spMkLst>
        </pc:spChg>
        <pc:grpChg chg="mod">
          <ac:chgData name="Akshaya CR" userId="36591afc81a10a1f" providerId="LiveId" clId="{7D21B3CC-0E02-46B5-A1DE-AE6BF2EE44FE}" dt="2026-10-08T09:13:13.857" v="5298" actId="14100"/>
          <ac:grpSpMkLst>
            <pc:docMk/>
            <pc:sldMk cId="2260998119" sldId="270"/>
            <ac:grpSpMk id="24" creationId="{450E2ACD-D0A4-4950-A134-63EF6CB8CD7A}"/>
          </ac:grpSpMkLst>
        </pc:grpChg>
        <pc:grpChg chg="mod">
          <ac:chgData name="Akshaya CR" userId="36591afc81a10a1f" providerId="LiveId" clId="{7D21B3CC-0E02-46B5-A1DE-AE6BF2EE44FE}" dt="2026-10-08T09:13:46.380" v="5303" actId="14100"/>
          <ac:grpSpMkLst>
            <pc:docMk/>
            <pc:sldMk cId="2260998119" sldId="270"/>
            <ac:grpSpMk id="25" creationId="{7DB773B1-1F9C-4CF3-9137-781909302AF3}"/>
          </ac:grpSpMkLst>
        </pc:grpChg>
        <pc:graphicFrameChg chg="mod">
          <ac:chgData name="Akshaya CR" userId="36591afc81a10a1f" providerId="LiveId" clId="{7D21B3CC-0E02-46B5-A1DE-AE6BF2EE44FE}" dt="2026-10-08T09:10:57.540" v="5274" actId="1076"/>
          <ac:graphicFrameMkLst>
            <pc:docMk/>
            <pc:sldMk cId="2260998119" sldId="270"/>
            <ac:graphicFrameMk id="4" creationId="{EFA12535-93AE-412F-900D-AA83D27DF093}"/>
          </ac:graphicFrameMkLst>
        </pc:graphicFrameChg>
        <pc:graphicFrameChg chg="mod">
          <ac:chgData name="Akshaya CR" userId="36591afc81a10a1f" providerId="LiveId" clId="{7D21B3CC-0E02-46B5-A1DE-AE6BF2EE44FE}" dt="2026-10-08T09:14:13.529" v="5308" actId="14100"/>
          <ac:graphicFrameMkLst>
            <pc:docMk/>
            <pc:sldMk cId="2260998119" sldId="270"/>
            <ac:graphicFrameMk id="26" creationId="{EFA12535-93AE-412F-900D-AA83D27DF093}"/>
          </ac:graphicFrameMkLst>
        </pc:graphicFrameChg>
        <pc:graphicFrameChg chg="mod">
          <ac:chgData name="Akshaya CR" userId="36591afc81a10a1f" providerId="LiveId" clId="{7D21B3CC-0E02-46B5-A1DE-AE6BF2EE44FE}" dt="2026-10-08T09:14:20.977" v="5309" actId="14100"/>
          <ac:graphicFrameMkLst>
            <pc:docMk/>
            <pc:sldMk cId="2260998119" sldId="270"/>
            <ac:graphicFrameMk id="27" creationId="{EF6AA236-9DC0-46AA-A044-7FC49AB4C33D}"/>
          </ac:graphicFrameMkLst>
        </pc:graphicFrameChg>
        <pc:graphicFrameChg chg="mod">
          <ac:chgData name="Akshaya CR" userId="36591afc81a10a1f" providerId="LiveId" clId="{7D21B3CC-0E02-46B5-A1DE-AE6BF2EE44FE}" dt="2026-10-08T09:14:25.553" v="5310" actId="14100"/>
          <ac:graphicFrameMkLst>
            <pc:docMk/>
            <pc:sldMk cId="2260998119" sldId="270"/>
            <ac:graphicFrameMk id="28" creationId="{5D0018AC-26A3-4DF5-A065-7494FCDF1327}"/>
          </ac:graphicFrameMkLst>
        </pc:graphicFrameChg>
      </pc:sldChg>
      <pc:sldChg chg="addSp delSp modSp mod modTransition">
        <pc:chgData name="Akshaya CR" userId="36591afc81a10a1f" providerId="LiveId" clId="{7D21B3CC-0E02-46B5-A1DE-AE6BF2EE44FE}" dt="2026-10-09T09:32:53.181" v="9245" actId="208"/>
        <pc:sldMkLst>
          <pc:docMk/>
          <pc:sldMk cId="981542482" sldId="271"/>
        </pc:sldMkLst>
        <pc:spChg chg="add mod">
          <ac:chgData name="Akshaya CR" userId="36591afc81a10a1f" providerId="LiveId" clId="{7D21B3CC-0E02-46B5-A1DE-AE6BF2EE44FE}" dt="2026-10-09T06:23:16.249" v="9232" actId="5793"/>
          <ac:spMkLst>
            <pc:docMk/>
            <pc:sldMk cId="981542482" sldId="271"/>
            <ac:spMk id="2" creationId="{3BD82FE1-98DD-9319-3A4B-616BA87E9609}"/>
          </ac:spMkLst>
        </pc:spChg>
        <pc:spChg chg="add del mod">
          <ac:chgData name="Akshaya CR" userId="36591afc81a10a1f" providerId="LiveId" clId="{7D21B3CC-0E02-46B5-A1DE-AE6BF2EE44FE}" dt="2026-10-09T06:12:07.398" v="9213" actId="478"/>
          <ac:spMkLst>
            <pc:docMk/>
            <pc:sldMk cId="981542482" sldId="271"/>
            <ac:spMk id="4" creationId="{74DE3452-E9C4-96B2-8065-274A16267058}"/>
          </ac:spMkLst>
        </pc:spChg>
        <pc:picChg chg="del mod">
          <ac:chgData name="Akshaya CR" userId="36591afc81a10a1f" providerId="LiveId" clId="{7D21B3CC-0E02-46B5-A1DE-AE6BF2EE44FE}" dt="2026-10-09T09:32:35.588" v="9242" actId="478"/>
          <ac:picMkLst>
            <pc:docMk/>
            <pc:sldMk cId="981542482" sldId="271"/>
            <ac:picMk id="3" creationId="{57FEFE1D-F9D2-51B2-5A68-562BF91BA3D2}"/>
          </ac:picMkLst>
        </pc:picChg>
        <pc:picChg chg="add mod">
          <ac:chgData name="Akshaya CR" userId="36591afc81a10a1f" providerId="LiveId" clId="{7D21B3CC-0E02-46B5-A1DE-AE6BF2EE44FE}" dt="2026-10-09T09:32:53.181" v="9245" actId="208"/>
          <ac:picMkLst>
            <pc:docMk/>
            <pc:sldMk cId="981542482" sldId="271"/>
            <ac:picMk id="6" creationId="{B1A010AD-FDFE-2C11-5126-909F59F8387A}"/>
          </ac:picMkLst>
        </pc:picChg>
      </pc:sldChg>
      <pc:sldChg chg="addSp modSp add mod modTransition setBg">
        <pc:chgData name="Akshaya CR" userId="36591afc81a10a1f" providerId="LiveId" clId="{7D21B3CC-0E02-46B5-A1DE-AE6BF2EE44FE}" dt="2026-10-09T06:25:34.648" v="9236"/>
        <pc:sldMkLst>
          <pc:docMk/>
          <pc:sldMk cId="4152505597" sldId="272"/>
        </pc:sldMkLst>
        <pc:spChg chg="add mod">
          <ac:chgData name="Akshaya CR" userId="36591afc81a10a1f" providerId="LiveId" clId="{7D21B3CC-0E02-46B5-A1DE-AE6BF2EE44FE}" dt="2026-10-08T18:04:40.451" v="6573" actId="1036"/>
          <ac:spMkLst>
            <pc:docMk/>
            <pc:sldMk cId="4152505597" sldId="272"/>
            <ac:spMk id="2" creationId="{C60851A4-8FA8-BC28-A32A-5F9D9C6CDBF1}"/>
          </ac:spMkLst>
        </pc:spChg>
        <pc:spChg chg="mod">
          <ac:chgData name="Akshaya CR" userId="36591afc81a10a1f" providerId="LiveId" clId="{7D21B3CC-0E02-46B5-A1DE-AE6BF2EE44FE}" dt="2026-10-09T05:34:29.858" v="9199" actId="20577"/>
          <ac:spMkLst>
            <pc:docMk/>
            <pc:sldMk cId="4152505597" sldId="272"/>
            <ac:spMk id="6" creationId="{C8DAD067-CC20-B60F-BFF2-EA0900480F45}"/>
          </ac:spMkLst>
        </pc:spChg>
        <pc:spChg chg="mod">
          <ac:chgData name="Akshaya CR" userId="36591afc81a10a1f" providerId="LiveId" clId="{7D21B3CC-0E02-46B5-A1DE-AE6BF2EE44FE}" dt="2026-10-08T03:27:09.122" v="5255" actId="207"/>
          <ac:spMkLst>
            <pc:docMk/>
            <pc:sldMk cId="4152505597" sldId="272"/>
            <ac:spMk id="7" creationId="{99FF8FF3-4C39-FDFA-E929-EBEFE6D64AA1}"/>
          </ac:spMkLst>
        </pc:spChg>
        <pc:spChg chg="mod">
          <ac:chgData name="Akshaya CR" userId="36591afc81a10a1f" providerId="LiveId" clId="{7D21B3CC-0E02-46B5-A1DE-AE6BF2EE44FE}" dt="2026-10-08T17:51:22.829" v="6457" actId="1076"/>
          <ac:spMkLst>
            <pc:docMk/>
            <pc:sldMk cId="4152505597" sldId="272"/>
            <ac:spMk id="8" creationId="{F973B448-CC68-737A-66C6-73F3F19D93D4}"/>
          </ac:spMkLst>
        </pc:spChg>
        <pc:spChg chg="mod">
          <ac:chgData name="Akshaya CR" userId="36591afc81a10a1f" providerId="LiveId" clId="{7D21B3CC-0E02-46B5-A1DE-AE6BF2EE44FE}" dt="2026-10-08T17:51:26.246" v="6458" actId="1076"/>
          <ac:spMkLst>
            <pc:docMk/>
            <pc:sldMk cId="4152505597" sldId="272"/>
            <ac:spMk id="11" creationId="{5D5FD1DB-EC71-AB02-0DDC-73385E41B4E4}"/>
          </ac:spMkLst>
        </pc:spChg>
        <pc:spChg chg="mod">
          <ac:chgData name="Akshaya CR" userId="36591afc81a10a1f" providerId="LiveId" clId="{7D21B3CC-0E02-46B5-A1DE-AE6BF2EE44FE}" dt="2026-10-08T17:51:28.696" v="6459" actId="1076"/>
          <ac:spMkLst>
            <pc:docMk/>
            <pc:sldMk cId="4152505597" sldId="272"/>
            <ac:spMk id="13" creationId="{5802C32D-0FFD-B1A4-C2CA-8EE4D2D1C01B}"/>
          </ac:spMkLst>
        </pc:spChg>
        <pc:graphicFrameChg chg="mod modGraphic">
          <ac:chgData name="Akshaya CR" userId="36591afc81a10a1f" providerId="LiveId" clId="{7D21B3CC-0E02-46B5-A1DE-AE6BF2EE44FE}" dt="2026-10-08T18:04:48.112" v="6579" actId="1036"/>
          <ac:graphicFrameMkLst>
            <pc:docMk/>
            <pc:sldMk cId="4152505597" sldId="272"/>
            <ac:graphicFrameMk id="9" creationId="{000ED36B-6F6B-8FAA-953B-5D427196DD21}"/>
          </ac:graphicFrameMkLst>
        </pc:graphicFrameChg>
        <pc:picChg chg="mod">
          <ac:chgData name="Akshaya CR" userId="36591afc81a10a1f" providerId="LiveId" clId="{7D21B3CC-0E02-46B5-A1DE-AE6BF2EE44FE}" dt="2026-10-07T19:26:56.831" v="4934" actId="207"/>
          <ac:picMkLst>
            <pc:docMk/>
            <pc:sldMk cId="4152505597" sldId="272"/>
            <ac:picMk id="5" creationId="{3BA446F9-17FD-094A-9CB0-8D3972505C4E}"/>
          </ac:picMkLst>
        </pc:picChg>
      </pc:sldChg>
      <pc:sldChg chg="addSp delSp modSp new mod ord modTransition">
        <pc:chgData name="Akshaya CR" userId="36591afc81a10a1f" providerId="LiveId" clId="{7D21B3CC-0E02-46B5-A1DE-AE6BF2EE44FE}" dt="2026-10-09T06:25:34.648" v="9236"/>
        <pc:sldMkLst>
          <pc:docMk/>
          <pc:sldMk cId="2658599027" sldId="273"/>
        </pc:sldMkLst>
        <pc:spChg chg="add mod">
          <ac:chgData name="Akshaya CR" userId="36591afc81a10a1f" providerId="LiveId" clId="{7D21B3CC-0E02-46B5-A1DE-AE6BF2EE44FE}" dt="2026-10-08T16:24:21.440" v="5923"/>
          <ac:spMkLst>
            <pc:docMk/>
            <pc:sldMk cId="2658599027" sldId="273"/>
            <ac:spMk id="2" creationId="{2333777A-F70E-FC0B-4CD5-7871FCC27B31}"/>
          </ac:spMkLst>
        </pc:spChg>
        <pc:spChg chg="mod">
          <ac:chgData name="Akshaya CR" userId="36591afc81a10a1f" providerId="LiveId" clId="{7D21B3CC-0E02-46B5-A1DE-AE6BF2EE44FE}" dt="2026-10-08T17:00:57.217" v="6259" actId="692"/>
          <ac:spMkLst>
            <pc:docMk/>
            <pc:sldMk cId="2658599027" sldId="273"/>
            <ac:spMk id="4" creationId="{D4794B8E-1D09-AE7B-8DB9-22AAE5C1FD7E}"/>
          </ac:spMkLst>
        </pc:spChg>
        <pc:spChg chg="add mod">
          <ac:chgData name="Akshaya CR" userId="36591afc81a10a1f" providerId="LiveId" clId="{7D21B3CC-0E02-46B5-A1DE-AE6BF2EE44FE}" dt="2026-10-08T19:00:44.944" v="7776" actId="207"/>
          <ac:spMkLst>
            <pc:docMk/>
            <pc:sldMk cId="2658599027" sldId="273"/>
            <ac:spMk id="7" creationId="{DA65D640-0363-B2C4-38C3-746849BA77D2}"/>
          </ac:spMkLst>
        </pc:spChg>
        <pc:spChg chg="add mod">
          <ac:chgData name="Akshaya CR" userId="36591afc81a10a1f" providerId="LiveId" clId="{7D21B3CC-0E02-46B5-A1DE-AE6BF2EE44FE}" dt="2026-10-08T16:48:18.996" v="6143" actId="207"/>
          <ac:spMkLst>
            <pc:docMk/>
            <pc:sldMk cId="2658599027" sldId="273"/>
            <ac:spMk id="11" creationId="{F59DDD4D-5F49-5DD3-2517-618188D13F63}"/>
          </ac:spMkLst>
        </pc:spChg>
        <pc:spChg chg="add mod">
          <ac:chgData name="Akshaya CR" userId="36591afc81a10a1f" providerId="LiveId" clId="{7D21B3CC-0E02-46B5-A1DE-AE6BF2EE44FE}" dt="2026-10-08T16:48:38.416" v="6145" actId="14100"/>
          <ac:spMkLst>
            <pc:docMk/>
            <pc:sldMk cId="2658599027" sldId="273"/>
            <ac:spMk id="12" creationId="{CCCDB888-1C1C-18E3-8B16-BD8D02DFDB3D}"/>
          </ac:spMkLst>
        </pc:spChg>
        <pc:spChg chg="add mod">
          <ac:chgData name="Akshaya CR" userId="36591afc81a10a1f" providerId="LiveId" clId="{7D21B3CC-0E02-46B5-A1DE-AE6BF2EE44FE}" dt="2026-10-08T16:48:28.106" v="6144" actId="207"/>
          <ac:spMkLst>
            <pc:docMk/>
            <pc:sldMk cId="2658599027" sldId="273"/>
            <ac:spMk id="13" creationId="{78E875AC-201E-B537-D44C-1343311F8598}"/>
          </ac:spMkLst>
        </pc:spChg>
        <pc:spChg chg="add mod">
          <ac:chgData name="Akshaya CR" userId="36591afc81a10a1f" providerId="LiveId" clId="{7D21B3CC-0E02-46B5-A1DE-AE6BF2EE44FE}" dt="2026-10-08T16:48:28.106" v="6144" actId="207"/>
          <ac:spMkLst>
            <pc:docMk/>
            <pc:sldMk cId="2658599027" sldId="273"/>
            <ac:spMk id="14" creationId="{6DB72440-2452-117C-911A-4809C46F4A72}"/>
          </ac:spMkLst>
        </pc:spChg>
        <pc:spChg chg="add mod">
          <ac:chgData name="Akshaya CR" userId="36591afc81a10a1f" providerId="LiveId" clId="{7D21B3CC-0E02-46B5-A1DE-AE6BF2EE44FE}" dt="2026-10-08T16:48:28.106" v="6144" actId="207"/>
          <ac:spMkLst>
            <pc:docMk/>
            <pc:sldMk cId="2658599027" sldId="273"/>
            <ac:spMk id="15" creationId="{A74659E9-F54F-3DED-DB84-2EC5307726ED}"/>
          </ac:spMkLst>
        </pc:spChg>
        <pc:spChg chg="add mod">
          <ac:chgData name="Akshaya CR" userId="36591afc81a10a1f" providerId="LiveId" clId="{7D21B3CC-0E02-46B5-A1DE-AE6BF2EE44FE}" dt="2026-10-08T16:48:28.106" v="6144" actId="207"/>
          <ac:spMkLst>
            <pc:docMk/>
            <pc:sldMk cId="2658599027" sldId="273"/>
            <ac:spMk id="16" creationId="{55084A01-3C8F-46C0-F4D4-B471B429A3F0}"/>
          </ac:spMkLst>
        </pc:spChg>
        <pc:grpChg chg="add mod">
          <ac:chgData name="Akshaya CR" userId="36591afc81a10a1f" providerId="LiveId" clId="{7D21B3CC-0E02-46B5-A1DE-AE6BF2EE44FE}" dt="2026-10-08T16:24:21.440" v="5923"/>
          <ac:grpSpMkLst>
            <pc:docMk/>
            <pc:sldMk cId="2658599027" sldId="273"/>
            <ac:grpSpMk id="3" creationId="{0D5407F0-68B6-8630-4FA0-2F69FA84246F}"/>
          </ac:grpSpMkLst>
        </pc:grpChg>
        <pc:grpChg chg="mod">
          <ac:chgData name="Akshaya CR" userId="36591afc81a10a1f" providerId="LiveId" clId="{7D21B3CC-0E02-46B5-A1DE-AE6BF2EE44FE}" dt="2026-10-08T17:01:42.267" v="6264" actId="1076"/>
          <ac:grpSpMkLst>
            <pc:docMk/>
            <pc:sldMk cId="2658599027" sldId="273"/>
            <ac:grpSpMk id="6" creationId="{9A587CE8-E539-4E07-8FE7-8C187DA6CF25}"/>
          </ac:grpSpMkLst>
        </pc:grpChg>
        <pc:grpChg chg="add mod">
          <ac:chgData name="Akshaya CR" userId="36591afc81a10a1f" providerId="LiveId" clId="{7D21B3CC-0E02-46B5-A1DE-AE6BF2EE44FE}" dt="2026-10-08T16:47:48.491" v="6142" actId="207"/>
          <ac:grpSpMkLst>
            <pc:docMk/>
            <pc:sldMk cId="2658599027" sldId="273"/>
            <ac:grpSpMk id="8" creationId="{4DE09589-82F5-F564-0435-8C34484E0351}"/>
          </ac:grpSpMkLst>
        </pc:grpChg>
        <pc:grpChg chg="add mod">
          <ac:chgData name="Akshaya CR" userId="36591afc81a10a1f" providerId="LiveId" clId="{7D21B3CC-0E02-46B5-A1DE-AE6BF2EE44FE}" dt="2026-10-08T16:47:48.491" v="6142" actId="207"/>
          <ac:grpSpMkLst>
            <pc:docMk/>
            <pc:sldMk cId="2658599027" sldId="273"/>
            <ac:grpSpMk id="9" creationId="{C7EA85F2-DDD2-024F-2B6E-1E0849865605}"/>
          </ac:grpSpMkLst>
        </pc:grpChg>
        <pc:grpChg chg="add mod">
          <ac:chgData name="Akshaya CR" userId="36591afc81a10a1f" providerId="LiveId" clId="{7D21B3CC-0E02-46B5-A1DE-AE6BF2EE44FE}" dt="2026-10-08T16:47:48.491" v="6142" actId="207"/>
          <ac:grpSpMkLst>
            <pc:docMk/>
            <pc:sldMk cId="2658599027" sldId="273"/>
            <ac:grpSpMk id="10" creationId="{232E3E5C-18AD-B24E-E276-0BB96A1A377F}"/>
          </ac:grpSpMkLst>
        </pc:grpChg>
        <pc:graphicFrameChg chg="add mod">
          <ac:chgData name="Akshaya CR" userId="36591afc81a10a1f" providerId="LiveId" clId="{7D21B3CC-0E02-46B5-A1DE-AE6BF2EE44FE}" dt="2026-10-08T16:57:14.409" v="6206"/>
          <ac:graphicFrameMkLst>
            <pc:docMk/>
            <pc:sldMk cId="2658599027" sldId="273"/>
            <ac:graphicFrameMk id="17" creationId="{86780AF3-5622-4BD1-9AFF-0B5C43126A0C}"/>
          </ac:graphicFrameMkLst>
        </pc:graphicFrameChg>
        <pc:graphicFrameChg chg="add mod">
          <ac:chgData name="Akshaya CR" userId="36591afc81a10a1f" providerId="LiveId" clId="{7D21B3CC-0E02-46B5-A1DE-AE6BF2EE44FE}" dt="2026-10-08T20:04:39.715" v="7919"/>
          <ac:graphicFrameMkLst>
            <pc:docMk/>
            <pc:sldMk cId="2658599027" sldId="273"/>
            <ac:graphicFrameMk id="18" creationId="{BAAE5EFB-B625-4FD1-85C7-D43FECE4346F}"/>
          </ac:graphicFrameMkLst>
        </pc:graphicFrameChg>
        <pc:graphicFrameChg chg="add del mod">
          <ac:chgData name="Akshaya CR" userId="36591afc81a10a1f" providerId="LiveId" clId="{7D21B3CC-0E02-46B5-A1DE-AE6BF2EE44FE}" dt="2026-10-08T20:02:36.562" v="7904" actId="478"/>
          <ac:graphicFrameMkLst>
            <pc:docMk/>
            <pc:sldMk cId="2658599027" sldId="273"/>
            <ac:graphicFrameMk id="19" creationId="{A711256A-656A-474B-9E5C-0ED947E61402}"/>
          </ac:graphicFrameMkLst>
        </pc:graphicFrameChg>
        <pc:graphicFrameChg chg="add mod">
          <ac:chgData name="Akshaya CR" userId="36591afc81a10a1f" providerId="LiveId" clId="{7D21B3CC-0E02-46B5-A1DE-AE6BF2EE44FE}" dt="2026-10-08T20:03:34.894" v="7918" actId="255"/>
          <ac:graphicFrameMkLst>
            <pc:docMk/>
            <pc:sldMk cId="2658599027" sldId="273"/>
            <ac:graphicFrameMk id="20" creationId="{A711256A-656A-474B-9E5C-0ED947E61402}"/>
          </ac:graphicFrameMkLst>
        </pc:graphicFrameChg>
        <pc:picChg chg="mod">
          <ac:chgData name="Akshaya CR" userId="36591afc81a10a1f" providerId="LiveId" clId="{7D21B3CC-0E02-46B5-A1DE-AE6BF2EE44FE}" dt="2026-10-08T17:00:57.217" v="6259" actId="692"/>
          <ac:picMkLst>
            <pc:docMk/>
            <pc:sldMk cId="2658599027" sldId="273"/>
            <ac:picMk id="5" creationId="{D4B8CE1C-2A9C-48EF-26FE-BC518B56D72F}"/>
          </ac:picMkLst>
        </pc:picChg>
      </pc:sldChg>
      <pc:sldChg chg="addSp delSp modSp new mod modTransition">
        <pc:chgData name="Akshaya CR" userId="36591afc81a10a1f" providerId="LiveId" clId="{7D21B3CC-0E02-46B5-A1DE-AE6BF2EE44FE}" dt="2026-10-09T06:25:34.648" v="9236"/>
        <pc:sldMkLst>
          <pc:docMk/>
          <pc:sldMk cId="1521714582" sldId="274"/>
        </pc:sldMkLst>
        <pc:spChg chg="add mod">
          <ac:chgData name="Akshaya CR" userId="36591afc81a10a1f" providerId="LiveId" clId="{7D21B3CC-0E02-46B5-A1DE-AE6BF2EE44FE}" dt="2026-10-08T16:24:25.280" v="5924"/>
          <ac:spMkLst>
            <pc:docMk/>
            <pc:sldMk cId="1521714582" sldId="274"/>
            <ac:spMk id="2" creationId="{9B495290-A38D-E3C9-4810-2F8AEC2E5040}"/>
          </ac:spMkLst>
        </pc:spChg>
        <pc:spChg chg="mod">
          <ac:chgData name="Akshaya CR" userId="36591afc81a10a1f" providerId="LiveId" clId="{7D21B3CC-0E02-46B5-A1DE-AE6BF2EE44FE}" dt="2026-10-08T17:00:32.417" v="6257" actId="692"/>
          <ac:spMkLst>
            <pc:docMk/>
            <pc:sldMk cId="1521714582" sldId="274"/>
            <ac:spMk id="4" creationId="{802C1060-E876-98AF-E531-7D48A820D0B7}"/>
          </ac:spMkLst>
        </pc:spChg>
        <pc:spChg chg="add mod">
          <ac:chgData name="Akshaya CR" userId="36591afc81a10a1f" providerId="LiveId" clId="{7D21B3CC-0E02-46B5-A1DE-AE6BF2EE44FE}" dt="2026-10-08T17:00:08.020" v="6250" actId="207"/>
          <ac:spMkLst>
            <pc:docMk/>
            <pc:sldMk cId="1521714582" sldId="274"/>
            <ac:spMk id="7" creationId="{1512119D-38CA-F2FC-1D55-32CF2EB79706}"/>
          </ac:spMkLst>
        </pc:spChg>
        <pc:spChg chg="add mod">
          <ac:chgData name="Akshaya CR" userId="36591afc81a10a1f" providerId="LiveId" clId="{7D21B3CC-0E02-46B5-A1DE-AE6BF2EE44FE}" dt="2026-10-08T16:55:54.382" v="6192" actId="255"/>
          <ac:spMkLst>
            <pc:docMk/>
            <pc:sldMk cId="1521714582" sldId="274"/>
            <ac:spMk id="11" creationId="{5C919492-0F8C-1ADE-1E35-8729D7800D6E}"/>
          </ac:spMkLst>
        </pc:spChg>
        <pc:spChg chg="add mod">
          <ac:chgData name="Akshaya CR" userId="36591afc81a10a1f" providerId="LiveId" clId="{7D21B3CC-0E02-46B5-A1DE-AE6BF2EE44FE}" dt="2026-10-08T16:55:22.661" v="6188" actId="255"/>
          <ac:spMkLst>
            <pc:docMk/>
            <pc:sldMk cId="1521714582" sldId="274"/>
            <ac:spMk id="12" creationId="{1A625C8E-D6F6-360A-8DAC-073FE13C5A08}"/>
          </ac:spMkLst>
        </pc:spChg>
        <pc:spChg chg="add mod">
          <ac:chgData name="Akshaya CR" userId="36591afc81a10a1f" providerId="LiveId" clId="{7D21B3CC-0E02-46B5-A1DE-AE6BF2EE44FE}" dt="2026-10-08T16:55:45.404" v="6191" actId="255"/>
          <ac:spMkLst>
            <pc:docMk/>
            <pc:sldMk cId="1521714582" sldId="274"/>
            <ac:spMk id="13" creationId="{3F18027C-941A-6B4B-A754-1401C9CCC6C8}"/>
          </ac:spMkLst>
        </pc:spChg>
        <pc:spChg chg="add mod">
          <ac:chgData name="Akshaya CR" userId="36591afc81a10a1f" providerId="LiveId" clId="{7D21B3CC-0E02-46B5-A1DE-AE6BF2EE44FE}" dt="2026-10-08T17:45:50.852" v="6341" actId="20577"/>
          <ac:spMkLst>
            <pc:docMk/>
            <pc:sldMk cId="1521714582" sldId="274"/>
            <ac:spMk id="14" creationId="{560A872D-0703-DD35-2F77-D18F31943E1B}"/>
          </ac:spMkLst>
        </pc:spChg>
        <pc:spChg chg="add mod">
          <ac:chgData name="Akshaya CR" userId="36591afc81a10a1f" providerId="LiveId" clId="{7D21B3CC-0E02-46B5-A1DE-AE6BF2EE44FE}" dt="2026-10-08T16:55:36.151" v="6190" actId="255"/>
          <ac:spMkLst>
            <pc:docMk/>
            <pc:sldMk cId="1521714582" sldId="274"/>
            <ac:spMk id="15" creationId="{7A09D55A-4789-EE1E-07D2-C11ED156AD0D}"/>
          </ac:spMkLst>
        </pc:spChg>
        <pc:spChg chg="add mod">
          <ac:chgData name="Akshaya CR" userId="36591afc81a10a1f" providerId="LiveId" clId="{7D21B3CC-0E02-46B5-A1DE-AE6BF2EE44FE}" dt="2026-10-08T16:55:27.557" v="6189" actId="255"/>
          <ac:spMkLst>
            <pc:docMk/>
            <pc:sldMk cId="1521714582" sldId="274"/>
            <ac:spMk id="16" creationId="{828836C5-0362-2C4E-ADBC-27FF53E1E789}"/>
          </ac:spMkLst>
        </pc:spChg>
        <pc:grpChg chg="add mod">
          <ac:chgData name="Akshaya CR" userId="36591afc81a10a1f" providerId="LiveId" clId="{7D21B3CC-0E02-46B5-A1DE-AE6BF2EE44FE}" dt="2026-10-08T16:24:25.280" v="5924"/>
          <ac:grpSpMkLst>
            <pc:docMk/>
            <pc:sldMk cId="1521714582" sldId="274"/>
            <ac:grpSpMk id="3" creationId="{A3C72F26-2B16-AC59-C99F-9F9C0892D238}"/>
          </ac:grpSpMkLst>
        </pc:grpChg>
        <pc:grpChg chg="add mod">
          <ac:chgData name="Akshaya CR" userId="36591afc81a10a1f" providerId="LiveId" clId="{7D21B3CC-0E02-46B5-A1DE-AE6BF2EE44FE}" dt="2026-10-08T17:02:28.535" v="6271" actId="14100"/>
          <ac:grpSpMkLst>
            <pc:docMk/>
            <pc:sldMk cId="1521714582" sldId="274"/>
            <ac:grpSpMk id="6" creationId="{8DA72817-E14D-4A9E-A773-6D2628ADE434}"/>
          </ac:grpSpMkLst>
        </pc:grpChg>
        <pc:grpChg chg="add mod">
          <ac:chgData name="Akshaya CR" userId="36591afc81a10a1f" providerId="LiveId" clId="{7D21B3CC-0E02-46B5-A1DE-AE6BF2EE44FE}" dt="2026-10-08T16:52:00.160" v="6153"/>
          <ac:grpSpMkLst>
            <pc:docMk/>
            <pc:sldMk cId="1521714582" sldId="274"/>
            <ac:grpSpMk id="9" creationId="{D1FC0F29-07A2-3A89-6A88-654B25C3E92C}"/>
          </ac:grpSpMkLst>
        </pc:grpChg>
        <pc:grpChg chg="add mod">
          <ac:chgData name="Akshaya CR" userId="36591afc81a10a1f" providerId="LiveId" clId="{7D21B3CC-0E02-46B5-A1DE-AE6BF2EE44FE}" dt="2026-10-08T16:52:00.160" v="6153"/>
          <ac:grpSpMkLst>
            <pc:docMk/>
            <pc:sldMk cId="1521714582" sldId="274"/>
            <ac:grpSpMk id="10" creationId="{022BAFC7-8940-5ACB-4970-91BD46CD0F6A}"/>
          </ac:grpSpMkLst>
        </pc:grpChg>
        <pc:graphicFrameChg chg="add del mod">
          <ac:chgData name="Akshaya CR" userId="36591afc81a10a1f" providerId="LiveId" clId="{7D21B3CC-0E02-46B5-A1DE-AE6BF2EE44FE}" dt="2026-10-08T19:59:47.772" v="7862" actId="478"/>
          <ac:graphicFrameMkLst>
            <pc:docMk/>
            <pc:sldMk cId="1521714582" sldId="274"/>
            <ac:graphicFrameMk id="17" creationId="{A899F896-968C-4B7C-8C3A-67FE41658361}"/>
          </ac:graphicFrameMkLst>
        </pc:graphicFrameChg>
        <pc:graphicFrameChg chg="add del mod">
          <ac:chgData name="Akshaya CR" userId="36591afc81a10a1f" providerId="LiveId" clId="{7D21B3CC-0E02-46B5-A1DE-AE6BF2EE44FE}" dt="2026-10-08T19:59:05.058" v="7852" actId="478"/>
          <ac:graphicFrameMkLst>
            <pc:docMk/>
            <pc:sldMk cId="1521714582" sldId="274"/>
            <ac:graphicFrameMk id="18" creationId="{F023DAC8-F4D4-4A3B-B54E-8E49A383B22F}"/>
          </ac:graphicFrameMkLst>
        </pc:graphicFrameChg>
        <pc:graphicFrameChg chg="add del mod">
          <ac:chgData name="Akshaya CR" userId="36591afc81a10a1f" providerId="LiveId" clId="{7D21B3CC-0E02-46B5-A1DE-AE6BF2EE44FE}" dt="2026-10-08T19:58:29.639" v="7844" actId="478"/>
          <ac:graphicFrameMkLst>
            <pc:docMk/>
            <pc:sldMk cId="1521714582" sldId="274"/>
            <ac:graphicFrameMk id="19" creationId="{BF15216B-8CE4-48FC-B45E-9004FDDBC4EB}"/>
          </ac:graphicFrameMkLst>
        </pc:graphicFrameChg>
        <pc:graphicFrameChg chg="add mod">
          <ac:chgData name="Akshaya CR" userId="36591afc81a10a1f" providerId="LiveId" clId="{7D21B3CC-0E02-46B5-A1DE-AE6BF2EE44FE}" dt="2026-10-08T20:01:24.650" v="7897"/>
          <ac:graphicFrameMkLst>
            <pc:docMk/>
            <pc:sldMk cId="1521714582" sldId="274"/>
            <ac:graphicFrameMk id="20" creationId="{BF15216B-8CE4-48FC-B45E-9004FDDBC4EB}"/>
          </ac:graphicFrameMkLst>
        </pc:graphicFrameChg>
        <pc:graphicFrameChg chg="add mod">
          <ac:chgData name="Akshaya CR" userId="36591afc81a10a1f" providerId="LiveId" clId="{7D21B3CC-0E02-46B5-A1DE-AE6BF2EE44FE}" dt="2026-10-08T20:01:43.630" v="7901"/>
          <ac:graphicFrameMkLst>
            <pc:docMk/>
            <pc:sldMk cId="1521714582" sldId="274"/>
            <ac:graphicFrameMk id="21" creationId="{F023DAC8-F4D4-4A3B-B54E-8E49A383B22F}"/>
          </ac:graphicFrameMkLst>
        </pc:graphicFrameChg>
        <pc:graphicFrameChg chg="add mod">
          <ac:chgData name="Akshaya CR" userId="36591afc81a10a1f" providerId="LiveId" clId="{7D21B3CC-0E02-46B5-A1DE-AE6BF2EE44FE}" dt="2026-10-08T20:01:14.553" v="7896"/>
          <ac:graphicFrameMkLst>
            <pc:docMk/>
            <pc:sldMk cId="1521714582" sldId="274"/>
            <ac:graphicFrameMk id="22" creationId="{A899F896-968C-4B7C-8C3A-67FE41658361}"/>
          </ac:graphicFrameMkLst>
        </pc:graphicFrameChg>
        <pc:picChg chg="mod">
          <ac:chgData name="Akshaya CR" userId="36591afc81a10a1f" providerId="LiveId" clId="{7D21B3CC-0E02-46B5-A1DE-AE6BF2EE44FE}" dt="2026-10-08T17:00:32.417" v="6257" actId="692"/>
          <ac:picMkLst>
            <pc:docMk/>
            <pc:sldMk cId="1521714582" sldId="274"/>
            <ac:picMk id="5" creationId="{78466644-1BD3-B598-DAD7-3B2FB8E4D6E4}"/>
          </ac:picMkLst>
        </pc:picChg>
      </pc:sldChg>
      <pc:sldChg chg="addSp delSp modSp new mod modTransition">
        <pc:chgData name="Akshaya CR" userId="36591afc81a10a1f" providerId="LiveId" clId="{7D21B3CC-0E02-46B5-A1DE-AE6BF2EE44FE}" dt="2026-10-09T06:26:57.338" v="9237"/>
        <pc:sldMkLst>
          <pc:docMk/>
          <pc:sldMk cId="2230911320" sldId="275"/>
        </pc:sldMkLst>
        <pc:spChg chg="add mod">
          <ac:chgData name="Akshaya CR" userId="36591afc81a10a1f" providerId="LiveId" clId="{7D21B3CC-0E02-46B5-A1DE-AE6BF2EE44FE}" dt="2026-10-08T16:24:32.739" v="5925"/>
          <ac:spMkLst>
            <pc:docMk/>
            <pc:sldMk cId="2230911320" sldId="275"/>
            <ac:spMk id="2" creationId="{D7CDA6D6-D0E2-3626-5F47-5A8878A56BCE}"/>
          </ac:spMkLst>
        </pc:spChg>
        <pc:spChg chg="mod">
          <ac:chgData name="Akshaya CR" userId="36591afc81a10a1f" providerId="LiveId" clId="{7D21B3CC-0E02-46B5-A1DE-AE6BF2EE44FE}" dt="2026-10-08T16:24:32.739" v="5925"/>
          <ac:spMkLst>
            <pc:docMk/>
            <pc:sldMk cId="2230911320" sldId="275"/>
            <ac:spMk id="4" creationId="{B015E695-3BD1-8E53-936C-3E2937AB1A40}"/>
          </ac:spMkLst>
        </pc:spChg>
        <pc:spChg chg="add mod">
          <ac:chgData name="Akshaya CR" userId="36591afc81a10a1f" providerId="LiveId" clId="{7D21B3CC-0E02-46B5-A1DE-AE6BF2EE44FE}" dt="2026-10-08T17:49:13.221" v="6447" actId="1036"/>
          <ac:spMkLst>
            <pc:docMk/>
            <pc:sldMk cId="2230911320" sldId="275"/>
            <ac:spMk id="12" creationId="{A92DD13D-110F-7CB0-7DE3-B353C20E0AF8}"/>
          </ac:spMkLst>
        </pc:spChg>
        <pc:spChg chg="add mod">
          <ac:chgData name="Akshaya CR" userId="36591afc81a10a1f" providerId="LiveId" clId="{7D21B3CC-0E02-46B5-A1DE-AE6BF2EE44FE}" dt="2026-10-08T17:06:46.299" v="6319"/>
          <ac:spMkLst>
            <pc:docMk/>
            <pc:sldMk cId="2230911320" sldId="275"/>
            <ac:spMk id="16" creationId="{A28BF8CC-F415-6CA3-501F-775D70B2C0BA}"/>
          </ac:spMkLst>
        </pc:spChg>
        <pc:spChg chg="add mod">
          <ac:chgData name="Akshaya CR" userId="36591afc81a10a1f" providerId="LiveId" clId="{7D21B3CC-0E02-46B5-A1DE-AE6BF2EE44FE}" dt="2026-10-08T17:42:25.897" v="6334" actId="255"/>
          <ac:spMkLst>
            <pc:docMk/>
            <pc:sldMk cId="2230911320" sldId="275"/>
            <ac:spMk id="17" creationId="{FEBC67A1-C51B-672A-C568-038CC6655455}"/>
          </ac:spMkLst>
        </pc:spChg>
        <pc:spChg chg="add mod">
          <ac:chgData name="Akshaya CR" userId="36591afc81a10a1f" providerId="LiveId" clId="{7D21B3CC-0E02-46B5-A1DE-AE6BF2EE44FE}" dt="2026-10-08T17:41:33.095" v="6326" actId="255"/>
          <ac:spMkLst>
            <pc:docMk/>
            <pc:sldMk cId="2230911320" sldId="275"/>
            <ac:spMk id="18" creationId="{B6D185E0-0EFC-C1EA-DA8F-C53FE0C7EE22}"/>
          </ac:spMkLst>
        </pc:spChg>
        <pc:spChg chg="add mod">
          <ac:chgData name="Akshaya CR" userId="36591afc81a10a1f" providerId="LiveId" clId="{7D21B3CC-0E02-46B5-A1DE-AE6BF2EE44FE}" dt="2026-10-08T17:45:13.818" v="6338" actId="20577"/>
          <ac:spMkLst>
            <pc:docMk/>
            <pc:sldMk cId="2230911320" sldId="275"/>
            <ac:spMk id="19" creationId="{59B227F8-CFE0-3BF5-4B83-5AC8DACAA366}"/>
          </ac:spMkLst>
        </pc:spChg>
        <pc:spChg chg="add mod">
          <ac:chgData name="Akshaya CR" userId="36591afc81a10a1f" providerId="LiveId" clId="{7D21B3CC-0E02-46B5-A1DE-AE6BF2EE44FE}" dt="2026-10-08T17:41:21.270" v="6325" actId="255"/>
          <ac:spMkLst>
            <pc:docMk/>
            <pc:sldMk cId="2230911320" sldId="275"/>
            <ac:spMk id="20" creationId="{60A007F1-CD21-06F8-1EC6-1C6B4BBCA819}"/>
          </ac:spMkLst>
        </pc:spChg>
        <pc:spChg chg="add mod">
          <ac:chgData name="Akshaya CR" userId="36591afc81a10a1f" providerId="LiveId" clId="{7D21B3CC-0E02-46B5-A1DE-AE6BF2EE44FE}" dt="2026-10-08T17:42:19.676" v="6333" actId="255"/>
          <ac:spMkLst>
            <pc:docMk/>
            <pc:sldMk cId="2230911320" sldId="275"/>
            <ac:spMk id="21" creationId="{86380013-5F53-D14D-5DF2-BC6A8E034566}"/>
          </ac:spMkLst>
        </pc:spChg>
        <pc:grpChg chg="add mod">
          <ac:chgData name="Akshaya CR" userId="36591afc81a10a1f" providerId="LiveId" clId="{7D21B3CC-0E02-46B5-A1DE-AE6BF2EE44FE}" dt="2026-10-08T16:24:32.739" v="5925"/>
          <ac:grpSpMkLst>
            <pc:docMk/>
            <pc:sldMk cId="2230911320" sldId="275"/>
            <ac:grpSpMk id="3" creationId="{D20599CC-B82A-4B2F-7442-B4D0C4526E2D}"/>
          </ac:grpSpMkLst>
        </pc:grpChg>
        <pc:grpChg chg="add mod">
          <ac:chgData name="Akshaya CR" userId="36591afc81a10a1f" providerId="LiveId" clId="{7D21B3CC-0E02-46B5-A1DE-AE6BF2EE44FE}" dt="2026-10-08T17:41:09.329" v="6324" actId="14100"/>
          <ac:grpSpMkLst>
            <pc:docMk/>
            <pc:sldMk cId="2230911320" sldId="275"/>
            <ac:grpSpMk id="11" creationId="{7DB773B1-1F9C-4CF3-9137-781909302AF3}"/>
          </ac:grpSpMkLst>
        </pc:grpChg>
        <pc:grpChg chg="add mod">
          <ac:chgData name="Akshaya CR" userId="36591afc81a10a1f" providerId="LiveId" clId="{7D21B3CC-0E02-46B5-A1DE-AE6BF2EE44FE}" dt="2026-10-08T17:06:46.299" v="6319"/>
          <ac:grpSpMkLst>
            <pc:docMk/>
            <pc:sldMk cId="2230911320" sldId="275"/>
            <ac:grpSpMk id="14" creationId="{1110302D-5DC9-76E1-425C-D831347B1A04}"/>
          </ac:grpSpMkLst>
        </pc:grpChg>
        <pc:grpChg chg="add mod">
          <ac:chgData name="Akshaya CR" userId="36591afc81a10a1f" providerId="LiveId" clId="{7D21B3CC-0E02-46B5-A1DE-AE6BF2EE44FE}" dt="2026-10-08T17:06:46.299" v="6319"/>
          <ac:grpSpMkLst>
            <pc:docMk/>
            <pc:sldMk cId="2230911320" sldId="275"/>
            <ac:grpSpMk id="15" creationId="{CC78A38F-1B97-7E24-9F3D-23C25D9012CD}"/>
          </ac:grpSpMkLst>
        </pc:grpChg>
        <pc:graphicFrameChg chg="add mod">
          <ac:chgData name="Akshaya CR" userId="36591afc81a10a1f" providerId="LiveId" clId="{7D21B3CC-0E02-46B5-A1DE-AE6BF2EE44FE}" dt="2026-10-08T19:57:00.118" v="7841"/>
          <ac:graphicFrameMkLst>
            <pc:docMk/>
            <pc:sldMk cId="2230911320" sldId="275"/>
            <ac:graphicFrameMk id="6" creationId="{EFA12535-93AE-412F-900D-AA83D27DF093}"/>
          </ac:graphicFrameMkLst>
        </pc:graphicFrameChg>
        <pc:graphicFrameChg chg="add mod">
          <ac:chgData name="Akshaya CR" userId="36591afc81a10a1f" providerId="LiveId" clId="{7D21B3CC-0E02-46B5-A1DE-AE6BF2EE44FE}" dt="2026-10-08T19:56:38.037" v="7835"/>
          <ac:graphicFrameMkLst>
            <pc:docMk/>
            <pc:sldMk cId="2230911320" sldId="275"/>
            <ac:graphicFrameMk id="7" creationId="{EF6AA236-9DC0-46AA-A044-7FC49AB4C33D}"/>
          </ac:graphicFrameMkLst>
        </pc:graphicFrameChg>
        <pc:graphicFrameChg chg="add del mod">
          <ac:chgData name="Akshaya CR" userId="36591afc81a10a1f" providerId="LiveId" clId="{7D21B3CC-0E02-46B5-A1DE-AE6BF2EE44FE}" dt="2026-10-08T19:52:48.387" v="7784" actId="478"/>
          <ac:graphicFrameMkLst>
            <pc:docMk/>
            <pc:sldMk cId="2230911320" sldId="275"/>
            <ac:graphicFrameMk id="8" creationId="{9D7F7D09-6D72-2463-12E6-8D345E8515B9}"/>
          </ac:graphicFrameMkLst>
        </pc:graphicFrameChg>
        <pc:graphicFrameChg chg="add del mod">
          <ac:chgData name="Akshaya CR" userId="36591afc81a10a1f" providerId="LiveId" clId="{7D21B3CC-0E02-46B5-A1DE-AE6BF2EE44FE}" dt="2026-10-08T19:55:47.596" v="7824" actId="478"/>
          <ac:graphicFrameMkLst>
            <pc:docMk/>
            <pc:sldMk cId="2230911320" sldId="275"/>
            <ac:graphicFrameMk id="9" creationId="{5D0018AC-26A3-4DF5-A065-7494FCDF1327}"/>
          </ac:graphicFrameMkLst>
        </pc:graphicFrameChg>
        <pc:graphicFrameChg chg="add del mod">
          <ac:chgData name="Akshaya CR" userId="36591afc81a10a1f" providerId="LiveId" clId="{7D21B3CC-0E02-46B5-A1DE-AE6BF2EE44FE}" dt="2026-10-08T19:54:54.083" v="7801" actId="478"/>
          <ac:graphicFrameMkLst>
            <pc:docMk/>
            <pc:sldMk cId="2230911320" sldId="275"/>
            <ac:graphicFrameMk id="10" creationId="{EF6AA236-9DC0-46AA-A044-7FC49AB4C33D}"/>
          </ac:graphicFrameMkLst>
        </pc:graphicFrameChg>
        <pc:graphicFrameChg chg="add mod">
          <ac:chgData name="Akshaya CR" userId="36591afc81a10a1f" providerId="LiveId" clId="{7D21B3CC-0E02-46B5-A1DE-AE6BF2EE44FE}" dt="2026-10-08T20:05:58.218" v="7987"/>
          <ac:graphicFrameMkLst>
            <pc:docMk/>
            <pc:sldMk cId="2230911320" sldId="275"/>
            <ac:graphicFrameMk id="22" creationId="{5D0018AC-26A3-4DF5-A065-7494FCDF1327}"/>
          </ac:graphicFrameMkLst>
        </pc:graphicFrameChg>
        <pc:picChg chg="mod">
          <ac:chgData name="Akshaya CR" userId="36591afc81a10a1f" providerId="LiveId" clId="{7D21B3CC-0E02-46B5-A1DE-AE6BF2EE44FE}" dt="2026-10-08T16:24:32.739" v="5925"/>
          <ac:picMkLst>
            <pc:docMk/>
            <pc:sldMk cId="2230911320" sldId="275"/>
            <ac:picMk id="5" creationId="{3BAAF1F9-36D0-7F1A-DFE5-95844DA630EA}"/>
          </ac:picMkLst>
        </pc:picChg>
      </pc:sldChg>
      <pc:sldChg chg="addSp modSp add mod modTransition setBg">
        <pc:chgData name="Akshaya CR" userId="36591afc81a10a1f" providerId="LiveId" clId="{7D21B3CC-0E02-46B5-A1DE-AE6BF2EE44FE}" dt="2026-10-09T05:53:29.011" v="9209"/>
        <pc:sldMkLst>
          <pc:docMk/>
          <pc:sldMk cId="340692329" sldId="276"/>
        </pc:sldMkLst>
        <pc:spChg chg="add mod">
          <ac:chgData name="Akshaya CR" userId="36591afc81a10a1f" providerId="LiveId" clId="{7D21B3CC-0E02-46B5-A1DE-AE6BF2EE44FE}" dt="2026-10-09T05:29:59.231" v="9183" actId="164"/>
          <ac:spMkLst>
            <pc:docMk/>
            <pc:sldMk cId="340692329" sldId="276"/>
            <ac:spMk id="2" creationId="{95B44943-7411-B3A8-4F70-8BCC313B06B0}"/>
          </ac:spMkLst>
        </pc:spChg>
        <pc:spChg chg="mod">
          <ac:chgData name="Akshaya CR" userId="36591afc81a10a1f" providerId="LiveId" clId="{7D21B3CC-0E02-46B5-A1DE-AE6BF2EE44FE}" dt="2026-10-09T05:24:33.828" v="9087" actId="1076"/>
          <ac:spMkLst>
            <pc:docMk/>
            <pc:sldMk cId="340692329" sldId="276"/>
            <ac:spMk id="4" creationId="{FCA095D3-7A24-196A-7D68-A7863F19EB49}"/>
          </ac:spMkLst>
        </pc:spChg>
        <pc:spChg chg="mod">
          <ac:chgData name="Akshaya CR" userId="36591afc81a10a1f" providerId="LiveId" clId="{7D21B3CC-0E02-46B5-A1DE-AE6BF2EE44FE}" dt="2026-10-09T05:24:42.327" v="9089" actId="20577"/>
          <ac:spMkLst>
            <pc:docMk/>
            <pc:sldMk cId="340692329" sldId="276"/>
            <ac:spMk id="5" creationId="{3C094854-4001-E46E-E969-FB8F81338317}"/>
          </ac:spMkLst>
        </pc:spChg>
        <pc:spChg chg="add mod">
          <ac:chgData name="Akshaya CR" userId="36591afc81a10a1f" providerId="LiveId" clId="{7D21B3CC-0E02-46B5-A1DE-AE6BF2EE44FE}" dt="2026-10-09T05:53:29.011" v="9209"/>
          <ac:spMkLst>
            <pc:docMk/>
            <pc:sldMk cId="340692329" sldId="276"/>
            <ac:spMk id="6" creationId="{16FB29B1-5A26-981A-9CB0-45BE0CDBDC11}"/>
          </ac:spMkLst>
        </pc:spChg>
        <pc:spChg chg="add mod">
          <ac:chgData name="Akshaya CR" userId="36591afc81a10a1f" providerId="LiveId" clId="{7D21B3CC-0E02-46B5-A1DE-AE6BF2EE44FE}" dt="2026-10-09T05:29:59.231" v="9183" actId="164"/>
          <ac:spMkLst>
            <pc:docMk/>
            <pc:sldMk cId="340692329" sldId="276"/>
            <ac:spMk id="7" creationId="{A55E0F85-6B9C-6B93-62A3-7DB22C64C792}"/>
          </ac:spMkLst>
        </pc:spChg>
        <pc:grpChg chg="add mod">
          <ac:chgData name="Akshaya CR" userId="36591afc81a10a1f" providerId="LiveId" clId="{7D21B3CC-0E02-46B5-A1DE-AE6BF2EE44FE}" dt="2026-10-09T05:21:18.438" v="8969" actId="14100"/>
          <ac:grpSpMkLst>
            <pc:docMk/>
            <pc:sldMk cId="340692329" sldId="276"/>
            <ac:grpSpMk id="3" creationId="{E6ABCB33-A01F-DD3B-1F65-7E77AF26A3F6}"/>
          </ac:grpSpMkLst>
        </pc:grpChg>
        <pc:grpChg chg="add mod">
          <ac:chgData name="Akshaya CR" userId="36591afc81a10a1f" providerId="LiveId" clId="{7D21B3CC-0E02-46B5-A1DE-AE6BF2EE44FE}" dt="2026-10-09T05:29:59.231" v="9183" actId="164"/>
          <ac:grpSpMkLst>
            <pc:docMk/>
            <pc:sldMk cId="340692329" sldId="276"/>
            <ac:grpSpMk id="8" creationId="{7C034B38-D4BA-E0BF-442A-85C9A615EF6F}"/>
          </ac:grpSpMkLst>
        </pc:grpChg>
      </pc:sldChg>
      <pc:sldMasterChg chg="setBg modSldLayout">
        <pc:chgData name="Akshaya CR" userId="36591afc81a10a1f" providerId="LiveId" clId="{7D21B3CC-0E02-46B5-A1DE-AE6BF2EE44FE}" dt="2026-10-07T19:30:42.342" v="4951"/>
        <pc:sldMasterMkLst>
          <pc:docMk/>
          <pc:sldMasterMk cId="797661580" sldId="2147483688"/>
        </pc:sldMasterMkLst>
        <pc:sldLayoutChg chg="setBg">
          <pc:chgData name="Akshaya CR" userId="36591afc81a10a1f" providerId="LiveId" clId="{7D21B3CC-0E02-46B5-A1DE-AE6BF2EE44FE}" dt="2026-10-07T19:30:42.342" v="4951"/>
          <pc:sldLayoutMkLst>
            <pc:docMk/>
            <pc:sldMasterMk cId="797661580" sldId="2147483688"/>
            <pc:sldLayoutMk cId="4170234593" sldId="2147483695"/>
          </pc:sldLayoutMkLst>
        </pc:sldLayoutChg>
        <pc:sldLayoutChg chg="setBg">
          <pc:chgData name="Akshaya CR" userId="36591afc81a10a1f" providerId="LiveId" clId="{7D21B3CC-0E02-46B5-A1DE-AE6BF2EE44FE}" dt="2026-10-07T19:30:42.342" v="4951"/>
          <pc:sldLayoutMkLst>
            <pc:docMk/>
            <pc:sldMasterMk cId="797661580" sldId="2147483688"/>
            <pc:sldLayoutMk cId="1004870242" sldId="214748369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6591AFC81A10A1F/Documents/EXCEL%20PROJECT/BANGALORE%20DATA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DATA.xlsx]Sheet2!PivotTable12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i="0" u="none" strike="noStrike" kern="1200" spc="0" baseline="0" dirty="0">
                <a:solidFill>
                  <a:sysClr val="windowText" lastClr="000000"/>
                </a:solidFill>
              </a:rPr>
              <a:t>TREND BY DAY &amp;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126510006988807"/>
          <c:y val="0.19799661482505029"/>
          <c:w val="0.70944421683957071"/>
          <c:h val="0.63364553102307042"/>
        </c:manualLayout>
      </c:layout>
      <c:lineChart>
        <c:grouping val="stacked"/>
        <c:varyColors val="0"/>
        <c:ser>
          <c:idx val="0"/>
          <c:order val="0"/>
          <c:tx>
            <c:strRef>
              <c:f>Sheet2!$AG$4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cat>
            <c:multiLvlStrRef>
              <c:f>Sheet2!$AF$5:$AF$47</c:f>
              <c:multiLvlStrCache>
                <c:ptCount val="35"/>
                <c:lvl>
                  <c:pt idx="0">
                    <c:v>H16</c:v>
                  </c:pt>
                  <c:pt idx="1">
                    <c:v>H17</c:v>
                  </c:pt>
                  <c:pt idx="2">
                    <c:v>H18</c:v>
                  </c:pt>
                  <c:pt idx="3">
                    <c:v>H19</c:v>
                  </c:pt>
                  <c:pt idx="4">
                    <c:v>H20</c:v>
                  </c:pt>
                  <c:pt idx="5">
                    <c:v>H08</c:v>
                  </c:pt>
                  <c:pt idx="6">
                    <c:v>H09</c:v>
                  </c:pt>
                  <c:pt idx="7">
                    <c:v>H10</c:v>
                  </c:pt>
                  <c:pt idx="8">
                    <c:v>H18</c:v>
                  </c:pt>
                  <c:pt idx="9">
                    <c:v>H19</c:v>
                  </c:pt>
                  <c:pt idx="10">
                    <c:v>H09</c:v>
                  </c:pt>
                  <c:pt idx="11">
                    <c:v>H10</c:v>
                  </c:pt>
                  <c:pt idx="12">
                    <c:v>H17</c:v>
                  </c:pt>
                  <c:pt idx="13">
                    <c:v>H18</c:v>
                  </c:pt>
                  <c:pt idx="14">
                    <c:v>H19</c:v>
                  </c:pt>
                  <c:pt idx="15">
                    <c:v>H09</c:v>
                  </c:pt>
                  <c:pt idx="16">
                    <c:v>H10</c:v>
                  </c:pt>
                  <c:pt idx="17">
                    <c:v>H17</c:v>
                  </c:pt>
                  <c:pt idx="18">
                    <c:v>H18</c:v>
                  </c:pt>
                  <c:pt idx="19">
                    <c:v>H19</c:v>
                  </c:pt>
                  <c:pt idx="20">
                    <c:v>H09</c:v>
                  </c:pt>
                  <c:pt idx="21">
                    <c:v>H10</c:v>
                  </c:pt>
                  <c:pt idx="22">
                    <c:v>H17</c:v>
                  </c:pt>
                  <c:pt idx="23">
                    <c:v>H18</c:v>
                  </c:pt>
                  <c:pt idx="24">
                    <c:v>H19</c:v>
                  </c:pt>
                  <c:pt idx="25">
                    <c:v>H09</c:v>
                  </c:pt>
                  <c:pt idx="26">
                    <c:v>H10</c:v>
                  </c:pt>
                  <c:pt idx="27">
                    <c:v>H17</c:v>
                  </c:pt>
                  <c:pt idx="28">
                    <c:v>H18</c:v>
                  </c:pt>
                  <c:pt idx="29">
                    <c:v>H19</c:v>
                  </c:pt>
                  <c:pt idx="30">
                    <c:v>H09</c:v>
                  </c:pt>
                  <c:pt idx="31">
                    <c:v>H17</c:v>
                  </c:pt>
                  <c:pt idx="32">
                    <c:v>H18</c:v>
                  </c:pt>
                  <c:pt idx="33">
                    <c:v>H19</c:v>
                  </c:pt>
                  <c:pt idx="34">
                    <c:v>H20</c:v>
                  </c:pt>
                </c:lvl>
                <c:lvl>
                  <c:pt idx="0">
                    <c:v>Sunday</c:v>
                  </c:pt>
                  <c:pt idx="5">
                    <c:v>Monday</c:v>
                  </c:pt>
                  <c:pt idx="10">
                    <c:v>Tuesday</c:v>
                  </c:pt>
                  <c:pt idx="15">
                    <c:v>Wednesday</c:v>
                  </c:pt>
                  <c:pt idx="20">
                    <c:v>Thursday</c:v>
                  </c:pt>
                  <c:pt idx="25">
                    <c:v>Friday</c:v>
                  </c:pt>
                  <c:pt idx="30">
                    <c:v>Saturday</c:v>
                  </c:pt>
                </c:lvl>
              </c:multiLvlStrCache>
            </c:multiLvlStrRef>
          </c:cat>
          <c:val>
            <c:numRef>
              <c:f>Sheet2!$AG$5:$AG$47</c:f>
              <c:numCache>
                <c:formatCode>General</c:formatCode>
                <c:ptCount val="35"/>
                <c:pt idx="0">
                  <c:v>1111320</c:v>
                </c:pt>
                <c:pt idx="1">
                  <c:v>1213800</c:v>
                </c:pt>
                <c:pt idx="2">
                  <c:v>1261050</c:v>
                </c:pt>
                <c:pt idx="3">
                  <c:v>1202726</c:v>
                </c:pt>
                <c:pt idx="4">
                  <c:v>951223</c:v>
                </c:pt>
                <c:pt idx="5">
                  <c:v>1638448</c:v>
                </c:pt>
                <c:pt idx="6">
                  <c:v>2461676</c:v>
                </c:pt>
                <c:pt idx="7">
                  <c:v>2053555</c:v>
                </c:pt>
                <c:pt idx="8">
                  <c:v>1998871</c:v>
                </c:pt>
                <c:pt idx="9">
                  <c:v>2098488</c:v>
                </c:pt>
                <c:pt idx="10">
                  <c:v>2421489</c:v>
                </c:pt>
                <c:pt idx="11">
                  <c:v>2077985</c:v>
                </c:pt>
                <c:pt idx="12">
                  <c:v>1622537</c:v>
                </c:pt>
                <c:pt idx="13">
                  <c:v>2135238</c:v>
                </c:pt>
                <c:pt idx="14">
                  <c:v>2171050</c:v>
                </c:pt>
                <c:pt idx="15">
                  <c:v>1819965</c:v>
                </c:pt>
                <c:pt idx="16">
                  <c:v>1570499</c:v>
                </c:pt>
                <c:pt idx="17">
                  <c:v>1256584</c:v>
                </c:pt>
                <c:pt idx="18">
                  <c:v>1628130</c:v>
                </c:pt>
                <c:pt idx="19">
                  <c:v>1639281</c:v>
                </c:pt>
                <c:pt idx="20">
                  <c:v>1766051</c:v>
                </c:pt>
                <c:pt idx="21">
                  <c:v>1554728</c:v>
                </c:pt>
                <c:pt idx="22">
                  <c:v>1238629</c:v>
                </c:pt>
                <c:pt idx="23">
                  <c:v>1607872</c:v>
                </c:pt>
                <c:pt idx="24">
                  <c:v>1683528</c:v>
                </c:pt>
                <c:pt idx="25">
                  <c:v>1672188</c:v>
                </c:pt>
                <c:pt idx="26">
                  <c:v>1422764</c:v>
                </c:pt>
                <c:pt idx="27">
                  <c:v>1262996</c:v>
                </c:pt>
                <c:pt idx="28">
                  <c:v>1644636</c:v>
                </c:pt>
                <c:pt idx="29">
                  <c:v>1651678</c:v>
                </c:pt>
                <c:pt idx="30">
                  <c:v>956690</c:v>
                </c:pt>
                <c:pt idx="31">
                  <c:v>1101331</c:v>
                </c:pt>
                <c:pt idx="32">
                  <c:v>1288700</c:v>
                </c:pt>
                <c:pt idx="33">
                  <c:v>1234562</c:v>
                </c:pt>
                <c:pt idx="34">
                  <c:v>989800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A4-486F-B95F-4DC71EDF9B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28573471"/>
        <c:axId val="1909987023"/>
      </c:lineChart>
      <c:catAx>
        <c:axId val="1728573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9987023"/>
        <c:crosses val="autoZero"/>
        <c:auto val="1"/>
        <c:lblAlgn val="ctr"/>
        <c:lblOffset val="100"/>
        <c:noMultiLvlLbl val="0"/>
      </c:catAx>
      <c:valAx>
        <c:axId val="1909987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8573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DATA.xlsx]Sheet2!PivotTable9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i="0" u="none" strike="noStrike" kern="1200" spc="0" baseline="0" dirty="0">
                <a:solidFill>
                  <a:sysClr val="windowText" lastClr="000000"/>
                </a:solidFill>
              </a:rPr>
              <a:t>STATION-WISE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851046884840775"/>
          <c:y val="0.13115158947823785"/>
          <c:w val="0.61477576043385995"/>
          <c:h val="0.770854735674955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Sheet2!$R$3:$R$4</c:f>
              <c:strCache>
                <c:ptCount val="1"/>
                <c:pt idx="0">
                  <c:v>Early Week</c:v>
                </c:pt>
              </c:strCache>
            </c:strRef>
          </c:tx>
          <c:spPr>
            <a:solidFill>
              <a:srgbClr val="B9E1FF"/>
            </a:solidFill>
            <a:ln>
              <a:noFill/>
            </a:ln>
            <a:effectLst/>
          </c:spPr>
          <c:invertIfNegative val="0"/>
          <c:cat>
            <c:strRef>
              <c:f>Sheet2!$Q$5:$Q$10</c:f>
              <c:strCache>
                <c:ptCount val="5"/>
                <c:pt idx="0">
                  <c:v>Attiguppe</c:v>
                </c:pt>
                <c:pt idx="1">
                  <c:v>Baiyappanahalli</c:v>
                </c:pt>
                <c:pt idx="2">
                  <c:v>Banashankari</c:v>
                </c:pt>
                <c:pt idx="3">
                  <c:v>Benniganahalli</c:v>
                </c:pt>
                <c:pt idx="4">
                  <c:v>Rashtreeya Vidyalaya Road</c:v>
                </c:pt>
              </c:strCache>
            </c:strRef>
          </c:cat>
          <c:val>
            <c:numRef>
              <c:f>Sheet2!$R$5:$R$10</c:f>
              <c:numCache>
                <c:formatCode>General</c:formatCode>
                <c:ptCount val="5"/>
                <c:pt idx="0">
                  <c:v>262474848</c:v>
                </c:pt>
                <c:pt idx="1">
                  <c:v>262474848</c:v>
                </c:pt>
                <c:pt idx="2">
                  <c:v>262474848</c:v>
                </c:pt>
                <c:pt idx="3">
                  <c:v>262474848</c:v>
                </c:pt>
                <c:pt idx="4">
                  <c:v>524949696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EE-4D17-9501-76F4D9180FB1}"/>
            </c:ext>
          </c:extLst>
        </c:ser>
        <c:ser>
          <c:idx val="1"/>
          <c:order val="1"/>
          <c:tx>
            <c:strRef>
              <c:f>Sheet2!$S$3:$S$4</c:f>
              <c:strCache>
                <c:ptCount val="1"/>
                <c:pt idx="0">
                  <c:v>Mid Week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Sheet2!$Q$5:$Q$10</c:f>
              <c:strCache>
                <c:ptCount val="5"/>
                <c:pt idx="0">
                  <c:v>Attiguppe</c:v>
                </c:pt>
                <c:pt idx="1">
                  <c:v>Baiyappanahalli</c:v>
                </c:pt>
                <c:pt idx="2">
                  <c:v>Banashankari</c:v>
                </c:pt>
                <c:pt idx="3">
                  <c:v>Benniganahalli</c:v>
                </c:pt>
                <c:pt idx="4">
                  <c:v>Rashtreeya Vidyalaya Road</c:v>
                </c:pt>
              </c:strCache>
            </c:strRef>
          </c:cat>
          <c:val>
            <c:numRef>
              <c:f>Sheet2!$S$5:$S$10</c:f>
              <c:numCache>
                <c:formatCode>General</c:formatCode>
                <c:ptCount val="5"/>
                <c:pt idx="0">
                  <c:v>144763704</c:v>
                </c:pt>
                <c:pt idx="1">
                  <c:v>144763704</c:v>
                </c:pt>
                <c:pt idx="2">
                  <c:v>144763704</c:v>
                </c:pt>
                <c:pt idx="3">
                  <c:v>144763704</c:v>
                </c:pt>
                <c:pt idx="4">
                  <c:v>289527408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EE-4D17-9501-76F4D9180FB1}"/>
            </c:ext>
          </c:extLst>
        </c:ser>
        <c:ser>
          <c:idx val="2"/>
          <c:order val="2"/>
          <c:tx>
            <c:strRef>
              <c:f>Sheet2!$T$3:$T$4</c:f>
              <c:strCache>
                <c:ptCount val="1"/>
                <c:pt idx="0">
                  <c:v>Saturday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Sheet2!$Q$5:$Q$10</c:f>
              <c:strCache>
                <c:ptCount val="5"/>
                <c:pt idx="0">
                  <c:v>Attiguppe</c:v>
                </c:pt>
                <c:pt idx="1">
                  <c:v>Baiyappanahalli</c:v>
                </c:pt>
                <c:pt idx="2">
                  <c:v>Banashankari</c:v>
                </c:pt>
                <c:pt idx="3">
                  <c:v>Benniganahalli</c:v>
                </c:pt>
                <c:pt idx="4">
                  <c:v>Rashtreeya Vidyalaya Road</c:v>
                </c:pt>
              </c:strCache>
            </c:strRef>
          </c:cat>
          <c:val>
            <c:numRef>
              <c:f>Sheet2!$T$5:$T$10</c:f>
              <c:numCache>
                <c:formatCode>General</c:formatCode>
                <c:ptCount val="5"/>
                <c:pt idx="0">
                  <c:v>64458840</c:v>
                </c:pt>
                <c:pt idx="1">
                  <c:v>64458840</c:v>
                </c:pt>
                <c:pt idx="2">
                  <c:v>64458840</c:v>
                </c:pt>
                <c:pt idx="3">
                  <c:v>64458840</c:v>
                </c:pt>
                <c:pt idx="4">
                  <c:v>128917680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EE-4D17-9501-76F4D9180FB1}"/>
            </c:ext>
          </c:extLst>
        </c:ser>
        <c:ser>
          <c:idx val="3"/>
          <c:order val="3"/>
          <c:tx>
            <c:strRef>
              <c:f>Sheet2!$U$3:$U$4</c:f>
              <c:strCache>
                <c:ptCount val="1"/>
                <c:pt idx="0">
                  <c:v>Sunday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Sheet2!$Q$5:$Q$10</c:f>
              <c:strCache>
                <c:ptCount val="5"/>
                <c:pt idx="0">
                  <c:v>Attiguppe</c:v>
                </c:pt>
                <c:pt idx="1">
                  <c:v>Baiyappanahalli</c:v>
                </c:pt>
                <c:pt idx="2">
                  <c:v>Banashankari</c:v>
                </c:pt>
                <c:pt idx="3">
                  <c:v>Benniganahalli</c:v>
                </c:pt>
                <c:pt idx="4">
                  <c:v>Rashtreeya Vidyalaya Road</c:v>
                </c:pt>
              </c:strCache>
            </c:strRef>
          </c:cat>
          <c:val>
            <c:numRef>
              <c:f>Sheet2!$U$5:$U$10</c:f>
              <c:numCache>
                <c:formatCode>General</c:formatCode>
                <c:ptCount val="5"/>
                <c:pt idx="0">
                  <c:v>65000280</c:v>
                </c:pt>
                <c:pt idx="1">
                  <c:v>65000280</c:v>
                </c:pt>
                <c:pt idx="2">
                  <c:v>65000280</c:v>
                </c:pt>
                <c:pt idx="3">
                  <c:v>65000280</c:v>
                </c:pt>
                <c:pt idx="4">
                  <c:v>130000560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9EE-4D17-9501-76F4D9180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24341408"/>
        <c:axId val="1977846064"/>
      </c:barChart>
      <c:catAx>
        <c:axId val="202434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846064"/>
        <c:crosses val="autoZero"/>
        <c:auto val="1"/>
        <c:lblAlgn val="ctr"/>
        <c:lblOffset val="100"/>
        <c:noMultiLvlLbl val="0"/>
      </c:catAx>
      <c:valAx>
        <c:axId val="19778460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341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DATA.xlsx]Sheet2!PivotTable7</c:name>
    <c:fmtId val="4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i="0" u="none" strike="noStrike" kern="1200" spc="0" baseline="0" dirty="0">
                <a:solidFill>
                  <a:sysClr val="windowText" lastClr="000000"/>
                </a:solidFill>
              </a:rPr>
              <a:t>TRAFFIC PATTERN BY HOUR &amp; 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Sheet2!$AZ$6:$AZ$7</c:f>
              <c:strCache>
                <c:ptCount val="1"/>
                <c:pt idx="0">
                  <c:v>H06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Sheet2!$AZ$8:$AZ$12</c:f>
              <c:numCache>
                <c:formatCode>General</c:formatCode>
                <c:ptCount val="4"/>
                <c:pt idx="0">
                  <c:v>625744</c:v>
                </c:pt>
                <c:pt idx="1">
                  <c:v>282163</c:v>
                </c:pt>
                <c:pt idx="2">
                  <c:v>151739</c:v>
                </c:pt>
                <c:pt idx="3">
                  <c:v>532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6-4A21-8D2B-D5D8E78B621A}"/>
            </c:ext>
          </c:extLst>
        </c:ser>
        <c:ser>
          <c:idx val="1"/>
          <c:order val="1"/>
          <c:tx>
            <c:strRef>
              <c:f>Sheet2!$BA$6:$BA$7</c:f>
              <c:strCache>
                <c:ptCount val="1"/>
                <c:pt idx="0">
                  <c:v>H07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Sheet2!$BA$8:$BA$12</c:f>
              <c:numCache>
                <c:formatCode>General</c:formatCode>
                <c:ptCount val="4"/>
                <c:pt idx="0">
                  <c:v>1675534</c:v>
                </c:pt>
                <c:pt idx="1">
                  <c:v>818727</c:v>
                </c:pt>
                <c:pt idx="2">
                  <c:v>335755</c:v>
                </c:pt>
                <c:pt idx="3">
                  <c:v>247828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16-4A21-8D2B-D5D8E78B621A}"/>
            </c:ext>
          </c:extLst>
        </c:ser>
        <c:ser>
          <c:idx val="2"/>
          <c:order val="2"/>
          <c:tx>
            <c:strRef>
              <c:f>Sheet2!$BB$6:$BB$7</c:f>
              <c:strCache>
                <c:ptCount val="1"/>
                <c:pt idx="0">
                  <c:v>H08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Sheet2!$BB$8:$BB$12</c:f>
              <c:numCache>
                <c:formatCode>General</c:formatCode>
                <c:ptCount val="4"/>
                <c:pt idx="0">
                  <c:v>4342128</c:v>
                </c:pt>
                <c:pt idx="1">
                  <c:v>2186303</c:v>
                </c:pt>
                <c:pt idx="2">
                  <c:v>690284</c:v>
                </c:pt>
                <c:pt idx="3">
                  <c:v>496279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16-4A21-8D2B-D5D8E78B621A}"/>
            </c:ext>
          </c:extLst>
        </c:ser>
        <c:ser>
          <c:idx val="3"/>
          <c:order val="3"/>
          <c:tx>
            <c:strRef>
              <c:f>Sheet2!$BC$6:$BC$7</c:f>
              <c:strCache>
                <c:ptCount val="1"/>
                <c:pt idx="0">
                  <c:v>H09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Sheet2!$BC$8:$BC$12</c:f>
              <c:numCache>
                <c:formatCode>General</c:formatCode>
                <c:ptCount val="4"/>
                <c:pt idx="0">
                  <c:v>6703130</c:v>
                </c:pt>
                <c:pt idx="1">
                  <c:v>3438239</c:v>
                </c:pt>
                <c:pt idx="2">
                  <c:v>956690</c:v>
                </c:pt>
                <c:pt idx="3">
                  <c:v>586586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16-4A21-8D2B-D5D8E78B621A}"/>
            </c:ext>
          </c:extLst>
        </c:ser>
        <c:ser>
          <c:idx val="4"/>
          <c:order val="4"/>
          <c:tx>
            <c:strRef>
              <c:f>Sheet2!$BD$6:$BD$7</c:f>
              <c:strCache>
                <c:ptCount val="1"/>
                <c:pt idx="0">
                  <c:v>H10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Sheet2!$BD$8:$BD$12</c:f>
              <c:numCache>
                <c:formatCode>General</c:formatCode>
                <c:ptCount val="4"/>
                <c:pt idx="0">
                  <c:v>5702039</c:v>
                </c:pt>
                <c:pt idx="1">
                  <c:v>2977492</c:v>
                </c:pt>
                <c:pt idx="2">
                  <c:v>912352</c:v>
                </c:pt>
                <c:pt idx="3">
                  <c:v>743379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16-4A21-8D2B-D5D8E78B621A}"/>
            </c:ext>
          </c:extLst>
        </c:ser>
        <c:ser>
          <c:idx val="5"/>
          <c:order val="5"/>
          <c:tx>
            <c:strRef>
              <c:f>Sheet2!$BE$6:$BE$7</c:f>
              <c:strCache>
                <c:ptCount val="1"/>
                <c:pt idx="0">
                  <c:v>H16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Sheet2!$BE$8:$BE$12</c:f>
              <c:numCache>
                <c:formatCode>General</c:formatCode>
                <c:ptCount val="4"/>
                <c:pt idx="0">
                  <c:v>3228267</c:v>
                </c:pt>
                <c:pt idx="1">
                  <c:v>1831354</c:v>
                </c:pt>
                <c:pt idx="2">
                  <c:v>947142</c:v>
                </c:pt>
                <c:pt idx="3">
                  <c:v>1111320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C16-4A21-8D2B-D5D8E78B621A}"/>
            </c:ext>
          </c:extLst>
        </c:ser>
        <c:ser>
          <c:idx val="6"/>
          <c:order val="6"/>
          <c:tx>
            <c:strRef>
              <c:f>Sheet2!$BF$6:$BF$7</c:f>
              <c:strCache>
                <c:ptCount val="1"/>
                <c:pt idx="0">
                  <c:v>H17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Sheet2!$BF$8:$BF$12</c:f>
              <c:numCache>
                <c:formatCode>General</c:formatCode>
                <c:ptCount val="4"/>
                <c:pt idx="0">
                  <c:v>4443712</c:v>
                </c:pt>
                <c:pt idx="1">
                  <c:v>2501625</c:v>
                </c:pt>
                <c:pt idx="2">
                  <c:v>1101331</c:v>
                </c:pt>
                <c:pt idx="3">
                  <c:v>1213800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16-4A21-8D2B-D5D8E78B621A}"/>
            </c:ext>
          </c:extLst>
        </c:ser>
        <c:ser>
          <c:idx val="7"/>
          <c:order val="7"/>
          <c:tx>
            <c:strRef>
              <c:f>Sheet2!$BG$6:$BG$7</c:f>
              <c:strCache>
                <c:ptCount val="1"/>
                <c:pt idx="0">
                  <c:v>H18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Sheet2!$BG$8:$BG$12</c:f>
              <c:numCache>
                <c:formatCode>General</c:formatCode>
                <c:ptCount val="4"/>
                <c:pt idx="0">
                  <c:v>5762239</c:v>
                </c:pt>
                <c:pt idx="1">
                  <c:v>3252508</c:v>
                </c:pt>
                <c:pt idx="2">
                  <c:v>1288700</c:v>
                </c:pt>
                <c:pt idx="3">
                  <c:v>1261050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C16-4A21-8D2B-D5D8E78B621A}"/>
            </c:ext>
          </c:extLst>
        </c:ser>
        <c:ser>
          <c:idx val="8"/>
          <c:order val="8"/>
          <c:tx>
            <c:strRef>
              <c:f>Sheet2!$BH$6:$BH$7</c:f>
              <c:strCache>
                <c:ptCount val="1"/>
                <c:pt idx="0">
                  <c:v>H19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Sheet2!$BH$8:$BH$12</c:f>
              <c:numCache>
                <c:formatCode>General</c:formatCode>
                <c:ptCount val="4"/>
                <c:pt idx="0">
                  <c:v>5908819</c:v>
                </c:pt>
                <c:pt idx="1">
                  <c:v>3335206</c:v>
                </c:pt>
                <c:pt idx="2">
                  <c:v>1234562</c:v>
                </c:pt>
                <c:pt idx="3">
                  <c:v>1202726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16-4A21-8D2B-D5D8E78B621A}"/>
            </c:ext>
          </c:extLst>
        </c:ser>
        <c:ser>
          <c:idx val="9"/>
          <c:order val="9"/>
          <c:tx>
            <c:strRef>
              <c:f>Sheet2!$BI$6:$BI$7</c:f>
              <c:strCache>
                <c:ptCount val="1"/>
                <c:pt idx="0">
                  <c:v>H20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Sheet2!$BI$8:$BI$12</c:f>
              <c:numCache>
                <c:formatCode>General</c:formatCode>
                <c:ptCount val="4"/>
                <c:pt idx="0">
                  <c:v>3955504</c:v>
                </c:pt>
                <c:pt idx="1">
                  <c:v>2272270</c:v>
                </c:pt>
                <c:pt idx="2">
                  <c:v>989800</c:v>
                </c:pt>
                <c:pt idx="3">
                  <c:v>951223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C16-4A21-8D2B-D5D8E78B621A}"/>
            </c:ext>
          </c:extLst>
        </c:ser>
        <c:ser>
          <c:idx val="10"/>
          <c:order val="10"/>
          <c:tx>
            <c:strRef>
              <c:f>Sheet2!$BJ$6:$BJ$7</c:f>
              <c:strCache>
                <c:ptCount val="1"/>
                <c:pt idx="0">
                  <c:v>H21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Sheet2!$BJ$8:$BJ$12</c:f>
              <c:numCache>
                <c:formatCode>General</c:formatCode>
                <c:ptCount val="4"/>
                <c:pt idx="0">
                  <c:v>2342690</c:v>
                </c:pt>
                <c:pt idx="1">
                  <c:v>1443169</c:v>
                </c:pt>
                <c:pt idx="2">
                  <c:v>742847</c:v>
                </c:pt>
                <c:pt idx="3">
                  <c:v>763644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C16-4A21-8D2B-D5D8E78B621A}"/>
            </c:ext>
          </c:extLst>
        </c:ser>
        <c:ser>
          <c:idx val="11"/>
          <c:order val="11"/>
          <c:tx>
            <c:strRef>
              <c:f>Sheet2!$BK$6:$BK$7</c:f>
              <c:strCache>
                <c:ptCount val="1"/>
                <c:pt idx="0">
                  <c:v>H22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Sheet2!$AY$8:$AY$12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Sheet2!$BK$8:$BK$12</c:f>
              <c:numCache>
                <c:formatCode>General</c:formatCode>
                <c:ptCount val="4"/>
                <c:pt idx="0">
                  <c:v>1251054</c:v>
                </c:pt>
                <c:pt idx="1">
                  <c:v>848414</c:v>
                </c:pt>
                <c:pt idx="2">
                  <c:v>477631</c:v>
                </c:pt>
                <c:pt idx="3">
                  <c:v>530187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C16-4A21-8D2B-D5D8E78B6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1324319"/>
        <c:axId val="578404303"/>
      </c:barChart>
      <c:catAx>
        <c:axId val="721324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404303"/>
        <c:crosses val="autoZero"/>
        <c:auto val="1"/>
        <c:lblAlgn val="ctr"/>
        <c:lblOffset val="100"/>
        <c:noMultiLvlLbl val="0"/>
      </c:catAx>
      <c:valAx>
        <c:axId val="578404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1324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DATA.xlsx]Sheet2!PivotTable10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i="0" u="none" strike="noStrike" kern="1200" spc="0" baseline="0" dirty="0">
                <a:solidFill>
                  <a:sysClr val="windowText" lastClr="000000"/>
                </a:solidFill>
              </a:rPr>
              <a:t>RIDERSHIP BY HOUR ACROSS LINES</a:t>
            </a:r>
          </a:p>
        </c:rich>
      </c:tx>
      <c:layout>
        <c:manualLayout>
          <c:xMode val="edge"/>
          <c:yMode val="edge"/>
          <c:x val="0.29449725395245241"/>
          <c:y val="4.30466270648547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70C0">
              <a:alpha val="73000"/>
            </a:srgbClr>
          </a:solidFill>
          <a:ln>
            <a:noFill/>
          </a:ln>
          <a:effectLst/>
          <a:sp3d/>
        </c:spPr>
      </c:pivotFmt>
      <c:pivotFmt>
        <c:idx val="4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5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6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7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8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9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10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11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12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13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5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7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9"/>
        <c:spPr>
          <a:solidFill>
            <a:schemeClr val="accent5">
              <a:lumMod val="75000"/>
              <a:alpha val="78000"/>
            </a:schemeClr>
          </a:solidFill>
          <a:ln>
            <a:noFill/>
          </a:ln>
          <a:effectLst/>
          <a:sp3d/>
        </c:spPr>
      </c:pivotFmt>
      <c:pivotFmt>
        <c:idx val="20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23"/>
        <c:spPr>
          <a:solidFill>
            <a:srgbClr val="0070C0">
              <a:alpha val="73000"/>
            </a:srgbClr>
          </a:solidFill>
          <a:ln>
            <a:noFill/>
          </a:ln>
          <a:effectLst/>
          <a:sp3d/>
        </c:spPr>
      </c:pivotFmt>
      <c:pivotFmt>
        <c:idx val="2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25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26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27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28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29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30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31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32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33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34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35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3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3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39"/>
        <c:spPr>
          <a:solidFill>
            <a:srgbClr val="0070C0">
              <a:alpha val="73000"/>
            </a:srgbClr>
          </a:solidFill>
          <a:ln>
            <a:noFill/>
          </a:ln>
          <a:effectLst/>
          <a:sp3d/>
        </c:spPr>
      </c:pivotFmt>
      <c:pivotFmt>
        <c:idx val="40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41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42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43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44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45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4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47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48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49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50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51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52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5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55"/>
        <c:spPr>
          <a:solidFill>
            <a:srgbClr val="0070C0">
              <a:alpha val="73000"/>
            </a:srgbClr>
          </a:solidFill>
          <a:ln>
            <a:noFill/>
          </a:ln>
          <a:effectLst/>
          <a:sp3d/>
        </c:spPr>
      </c:pivotFmt>
      <c:pivotFmt>
        <c:idx val="5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57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58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59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60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61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62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63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64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65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66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67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6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6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71"/>
        <c:spPr>
          <a:solidFill>
            <a:srgbClr val="0070C0">
              <a:alpha val="73000"/>
            </a:srgbClr>
          </a:solidFill>
          <a:ln>
            <a:noFill/>
          </a:ln>
          <a:effectLst/>
          <a:sp3d/>
        </c:spPr>
      </c:pivotFmt>
      <c:pivotFmt>
        <c:idx val="72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73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74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75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76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77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7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79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80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8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82"/>
        <c:spPr>
          <a:solidFill>
            <a:srgbClr val="00B050"/>
          </a:solidFill>
          <a:ln>
            <a:noFill/>
          </a:ln>
          <a:effectLst/>
          <a:sp3d/>
        </c:spPr>
      </c:pivotFmt>
      <c:pivotFmt>
        <c:idx val="83"/>
        <c:spPr>
          <a:solidFill>
            <a:schemeClr val="accent5">
              <a:lumMod val="75000"/>
              <a:alpha val="80000"/>
            </a:schemeClr>
          </a:solidFill>
          <a:ln>
            <a:noFill/>
          </a:ln>
          <a:effectLst/>
          <a:sp3d/>
        </c:spPr>
      </c:pivotFmt>
      <c:pivotFmt>
        <c:idx val="8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p3d/>
        </c:spP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0121788658822"/>
          <c:y val="3.6861223666673576E-2"/>
          <c:w val="0.88561755239888096"/>
          <c:h val="0.7426831253308131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Sheet2!$Z$4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BA0A-4C6E-AE50-4CDA85DCD195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>
                  <a:alpha val="73000"/>
                </a:srgb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BA0A-4C6E-AE50-4CDA85DCD19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BA0A-4C6E-AE50-4CDA85DCD195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BA0A-4C6E-AE50-4CDA85DCD19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75000"/>
                  <a:alpha val="8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BA0A-4C6E-AE50-4CDA85DCD19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B-BA0A-4C6E-AE50-4CDA85DCD195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D-BA0A-4C6E-AE50-4CDA85DCD195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75000"/>
                  <a:alpha val="8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F-BA0A-4C6E-AE50-4CDA85DCD195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1-BA0A-4C6E-AE50-4CDA85DCD195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3-BA0A-4C6E-AE50-4CDA85DCD195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5">
                  <a:lumMod val="75000"/>
                  <a:alpha val="8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5-BA0A-4C6E-AE50-4CDA85DCD195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7-BA0A-4C6E-AE50-4CDA85DCD195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9-BA0A-4C6E-AE50-4CDA85DCD195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5">
                  <a:lumMod val="75000"/>
                  <a:alpha val="8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B-BA0A-4C6E-AE50-4CDA85DCD195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D-BA0A-4C6E-AE50-4CDA85DCD195}"/>
              </c:ext>
            </c:extLst>
          </c:dPt>
          <c:cat>
            <c:multiLvlStrRef>
              <c:f>Sheet2!$Y$5:$Y$30</c:f>
              <c:multiLvlStrCache>
                <c:ptCount val="20"/>
                <c:lvl>
                  <c:pt idx="0">
                    <c:v>Green Line</c:v>
                  </c:pt>
                  <c:pt idx="1">
                    <c:v>Green/Purple</c:v>
                  </c:pt>
                  <c:pt idx="2">
                    <c:v>Purple Line</c:v>
                  </c:pt>
                  <c:pt idx="3">
                    <c:v>Yellow Line</c:v>
                  </c:pt>
                  <c:pt idx="4">
                    <c:v>Green Line</c:v>
                  </c:pt>
                  <c:pt idx="5">
                    <c:v>Green/Purple</c:v>
                  </c:pt>
                  <c:pt idx="6">
                    <c:v>Purple Line</c:v>
                  </c:pt>
                  <c:pt idx="7">
                    <c:v>Yellow Line</c:v>
                  </c:pt>
                  <c:pt idx="8">
                    <c:v>Green Line</c:v>
                  </c:pt>
                  <c:pt idx="9">
                    <c:v>Green/Purple</c:v>
                  </c:pt>
                  <c:pt idx="10">
                    <c:v>Purple Line</c:v>
                  </c:pt>
                  <c:pt idx="11">
                    <c:v>Yellow Line</c:v>
                  </c:pt>
                  <c:pt idx="12">
                    <c:v>Green Line</c:v>
                  </c:pt>
                  <c:pt idx="13">
                    <c:v>Green/Purple</c:v>
                  </c:pt>
                  <c:pt idx="14">
                    <c:v>Purple Line</c:v>
                  </c:pt>
                  <c:pt idx="15">
                    <c:v>Yellow Line</c:v>
                  </c:pt>
                  <c:pt idx="16">
                    <c:v>Green Line</c:v>
                  </c:pt>
                  <c:pt idx="17">
                    <c:v>Green/Purple</c:v>
                  </c:pt>
                  <c:pt idx="18">
                    <c:v>Purple Line</c:v>
                  </c:pt>
                  <c:pt idx="19">
                    <c:v>Yellow Line</c:v>
                  </c:pt>
                </c:lvl>
                <c:lvl>
                  <c:pt idx="0">
                    <c:v>H09</c:v>
                  </c:pt>
                  <c:pt idx="4">
                    <c:v>H10</c:v>
                  </c:pt>
                  <c:pt idx="8">
                    <c:v>H17</c:v>
                  </c:pt>
                  <c:pt idx="12">
                    <c:v>H18</c:v>
                  </c:pt>
                  <c:pt idx="16">
                    <c:v>H19</c:v>
                  </c:pt>
                </c:lvl>
              </c:multiLvlStrCache>
            </c:multiLvlStrRef>
          </c:cat>
          <c:val>
            <c:numRef>
              <c:f>Sheet2!$Z$5:$Z$30</c:f>
              <c:numCache>
                <c:formatCode>General</c:formatCode>
                <c:ptCount val="20"/>
                <c:pt idx="0">
                  <c:v>3655267</c:v>
                </c:pt>
                <c:pt idx="1">
                  <c:v>412916</c:v>
                </c:pt>
                <c:pt idx="2">
                  <c:v>6707904</c:v>
                </c:pt>
                <c:pt idx="3">
                  <c:v>908558</c:v>
                </c:pt>
                <c:pt idx="4">
                  <c:v>2998681</c:v>
                </c:pt>
                <c:pt idx="5">
                  <c:v>417431</c:v>
                </c:pt>
                <c:pt idx="6">
                  <c:v>6219990</c:v>
                </c:pt>
                <c:pt idx="7">
                  <c:v>699160</c:v>
                </c:pt>
                <c:pt idx="8">
                  <c:v>3521448</c:v>
                </c:pt>
                <c:pt idx="9">
                  <c:v>619808</c:v>
                </c:pt>
                <c:pt idx="10">
                  <c:v>4398128</c:v>
                </c:pt>
                <c:pt idx="11">
                  <c:v>721084</c:v>
                </c:pt>
                <c:pt idx="12">
                  <c:v>4273486</c:v>
                </c:pt>
                <c:pt idx="13">
                  <c:v>673407</c:v>
                </c:pt>
                <c:pt idx="14">
                  <c:v>5647159</c:v>
                </c:pt>
                <c:pt idx="15">
                  <c:v>970445</c:v>
                </c:pt>
                <c:pt idx="16">
                  <c:v>4496513</c:v>
                </c:pt>
                <c:pt idx="17">
                  <c:v>638967</c:v>
                </c:pt>
                <c:pt idx="18">
                  <c:v>5461155</c:v>
                </c:pt>
                <c:pt idx="19">
                  <c:v>1084678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BA0A-4C6E-AE50-4CDA85DCD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24714319"/>
        <c:axId val="1909828623"/>
        <c:axId val="0"/>
      </c:bar3DChart>
      <c:catAx>
        <c:axId val="2024714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9828623"/>
        <c:crosses val="autoZero"/>
        <c:auto val="1"/>
        <c:lblAlgn val="ctr"/>
        <c:lblOffset val="100"/>
        <c:noMultiLvlLbl val="0"/>
      </c:catAx>
      <c:valAx>
        <c:axId val="1909828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714319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cap="rnd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DATA.xlsx]Sheet2!PivotTable4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9090C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i="0" u="none" strike="noStrike" kern="1200" spc="0" baseline="0" dirty="0">
                <a:solidFill>
                  <a:sysClr val="windowText" lastClr="000000"/>
                </a:solidFill>
              </a:rPr>
              <a:t>BUSIEST STATION</a:t>
            </a:r>
          </a:p>
        </c:rich>
      </c:tx>
      <c:layout>
        <c:manualLayout>
          <c:xMode val="edge"/>
          <c:yMode val="edge"/>
          <c:x val="0.2372671884532481"/>
          <c:y val="6.79462134483912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9090C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2882902034209699"/>
          <c:y val="0.17686514744739854"/>
          <c:w val="0.59467190170532824"/>
          <c:h val="0.6214684422821943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Sheet2!$E$3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</c:spPr>
          <c:invertIfNegative val="0"/>
          <c:cat>
            <c:strRef>
              <c:f>Sheet2!$D$4:$D$9</c:f>
              <c:strCache>
                <c:ptCount val="5"/>
                <c:pt idx="0">
                  <c:v>Benniganahalli</c:v>
                </c:pt>
                <c:pt idx="1">
                  <c:v>Indiranagar</c:v>
                </c:pt>
                <c:pt idx="2">
                  <c:v>Krishnarajapura</c:v>
                </c:pt>
                <c:pt idx="3">
                  <c:v>Mahatma Gandhi Road</c:v>
                </c:pt>
                <c:pt idx="4">
                  <c:v>Nadaprabhu Kempegowda Station Magestic</c:v>
                </c:pt>
              </c:strCache>
            </c:strRef>
          </c:cat>
          <c:val>
            <c:numRef>
              <c:f>Sheet2!$E$4:$E$9</c:f>
              <c:numCache>
                <c:formatCode>General</c:formatCode>
                <c:ptCount val="5"/>
                <c:pt idx="0">
                  <c:v>3082968</c:v>
                </c:pt>
                <c:pt idx="1">
                  <c:v>2965200</c:v>
                </c:pt>
                <c:pt idx="2">
                  <c:v>2301537</c:v>
                </c:pt>
                <c:pt idx="3">
                  <c:v>2580676</c:v>
                </c:pt>
                <c:pt idx="4">
                  <c:v>5119779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9-4C74-92CE-8A26324CA9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87515120"/>
        <c:axId val="1977714544"/>
      </c:barChart>
      <c:catAx>
        <c:axId val="2087515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714544"/>
        <c:crosses val="autoZero"/>
        <c:auto val="1"/>
        <c:lblAlgn val="ctr"/>
        <c:lblOffset val="100"/>
        <c:noMultiLvlLbl val="0"/>
      </c:catAx>
      <c:valAx>
        <c:axId val="1977714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515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kern="1200" spc="0" baseline="0" dirty="0">
                <a:solidFill>
                  <a:sysClr val="windowText" lastClr="000000"/>
                </a:solidFill>
              </a:rPr>
              <a:t>RIDERSHIP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cat>
            <c:strRef>
              <c:f>Sheet2!$A$4:$A$16</c:f>
              <c:strCache>
                <c:ptCount val="12"/>
                <c:pt idx="0">
                  <c:v>H06</c:v>
                </c:pt>
                <c:pt idx="1">
                  <c:v>H07</c:v>
                </c:pt>
                <c:pt idx="2">
                  <c:v>H08</c:v>
                </c:pt>
                <c:pt idx="3">
                  <c:v>H09</c:v>
                </c:pt>
                <c:pt idx="4">
                  <c:v>H10</c:v>
                </c:pt>
                <c:pt idx="5">
                  <c:v>H16</c:v>
                </c:pt>
                <c:pt idx="6">
                  <c:v>H17</c:v>
                </c:pt>
                <c:pt idx="7">
                  <c:v>H18</c:v>
                </c:pt>
                <c:pt idx="8">
                  <c:v>H19</c:v>
                </c:pt>
                <c:pt idx="9">
                  <c:v>H20</c:v>
                </c:pt>
                <c:pt idx="10">
                  <c:v>H21</c:v>
                </c:pt>
                <c:pt idx="11">
                  <c:v>H22</c:v>
                </c:pt>
              </c:strCache>
            </c:strRef>
          </c:cat>
          <c:val>
            <c:numRef>
              <c:f>Sheet2!$B$4:$B$16</c:f>
              <c:numCache>
                <c:formatCode>General</c:formatCode>
                <c:ptCount val="12"/>
                <c:pt idx="0">
                  <c:v>1060178</c:v>
                </c:pt>
                <c:pt idx="1">
                  <c:v>3077844</c:v>
                </c:pt>
                <c:pt idx="2">
                  <c:v>7714994</c:v>
                </c:pt>
                <c:pt idx="3">
                  <c:v>11684645</c:v>
                </c:pt>
                <c:pt idx="4">
                  <c:v>10335262</c:v>
                </c:pt>
                <c:pt idx="5">
                  <c:v>7118083</c:v>
                </c:pt>
                <c:pt idx="6">
                  <c:v>9260468</c:v>
                </c:pt>
                <c:pt idx="7">
                  <c:v>11564497</c:v>
                </c:pt>
                <c:pt idx="8">
                  <c:v>11681313</c:v>
                </c:pt>
                <c:pt idx="9">
                  <c:v>8168797</c:v>
                </c:pt>
                <c:pt idx="10">
                  <c:v>5292350</c:v>
                </c:pt>
                <c:pt idx="11">
                  <c:v>3107286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CB-4A23-8B6E-7226FBDAF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72954848"/>
        <c:axId val="1977807664"/>
        <c:axId val="0"/>
      </c:bar3DChart>
      <c:catAx>
        <c:axId val="2072954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807664"/>
        <c:crosses val="autoZero"/>
        <c:auto val="1"/>
        <c:lblAlgn val="ctr"/>
        <c:lblOffset val="100"/>
        <c:noMultiLvlLbl val="0"/>
      </c:catAx>
      <c:valAx>
        <c:axId val="197780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2954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DATA.xlsx]Sheet2!PivotTable8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kern="1200" spc="0" baseline="0" dirty="0">
                <a:solidFill>
                  <a:sysClr val="windowText" lastClr="000000"/>
                </a:solidFill>
              </a:rPr>
              <a:t>INTERCHANGE STATION ACTIVITY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9406270514301952"/>
          <c:y val="0.1148936371080987"/>
          <c:w val="0.46667751834372839"/>
          <c:h val="0.7611357580407383"/>
        </c:manualLayout>
      </c:layout>
      <c:lineChart>
        <c:grouping val="standard"/>
        <c:varyColors val="0"/>
        <c:ser>
          <c:idx val="0"/>
          <c:order val="0"/>
          <c:tx>
            <c:strRef>
              <c:f>Sheet2!$O$3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Sheet2!$N$4:$N$16</c:f>
              <c:multiLvlStrCache>
                <c:ptCount val="10"/>
                <c:lvl>
                  <c:pt idx="0">
                    <c:v>H09</c:v>
                  </c:pt>
                  <c:pt idx="1">
                    <c:v>H10</c:v>
                  </c:pt>
                  <c:pt idx="2">
                    <c:v>H17</c:v>
                  </c:pt>
                  <c:pt idx="3">
                    <c:v>H18</c:v>
                  </c:pt>
                  <c:pt idx="4">
                    <c:v>H19</c:v>
                  </c:pt>
                  <c:pt idx="5">
                    <c:v>H09</c:v>
                  </c:pt>
                  <c:pt idx="6">
                    <c:v>H16</c:v>
                  </c:pt>
                  <c:pt idx="7">
                    <c:v>H17</c:v>
                  </c:pt>
                  <c:pt idx="8">
                    <c:v>H18</c:v>
                  </c:pt>
                  <c:pt idx="9">
                    <c:v>H19</c:v>
                  </c:pt>
                </c:lvl>
                <c:lvl>
                  <c:pt idx="0">
                    <c:v>0</c:v>
                  </c:pt>
                  <c:pt idx="5">
                    <c:v>1</c:v>
                  </c:pt>
                </c:lvl>
              </c:multiLvlStrCache>
            </c:multiLvlStrRef>
          </c:cat>
          <c:val>
            <c:numRef>
              <c:f>Sheet2!$O$4:$O$16</c:f>
              <c:numCache>
                <c:formatCode>General</c:formatCode>
                <c:ptCount val="10"/>
                <c:pt idx="0">
                  <c:v>10887751</c:v>
                </c:pt>
                <c:pt idx="1">
                  <c:v>9649857</c:v>
                </c:pt>
                <c:pt idx="2">
                  <c:v>8436638</c:v>
                </c:pt>
                <c:pt idx="3">
                  <c:v>10648078</c:v>
                </c:pt>
                <c:pt idx="4">
                  <c:v>10794896</c:v>
                </c:pt>
                <c:pt idx="5">
                  <c:v>796894</c:v>
                </c:pt>
                <c:pt idx="6">
                  <c:v>699272</c:v>
                </c:pt>
                <c:pt idx="7">
                  <c:v>823830</c:v>
                </c:pt>
                <c:pt idx="8">
                  <c:v>916419</c:v>
                </c:pt>
                <c:pt idx="9">
                  <c:v>886417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B9-4389-90AE-8CBE34906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6645440"/>
        <c:axId val="1977644464"/>
      </c:lineChart>
      <c:catAx>
        <c:axId val="207664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644464"/>
        <c:crosses val="autoZero"/>
        <c:auto val="1"/>
        <c:lblAlgn val="ctr"/>
        <c:lblOffset val="100"/>
        <c:noMultiLvlLbl val="0"/>
      </c:catAx>
      <c:valAx>
        <c:axId val="1977644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4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DATA.xlsx]Sheet2!PivotTable6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kern="1200" spc="0" baseline="0" dirty="0">
                <a:solidFill>
                  <a:sysClr val="windowText" lastClr="000000"/>
                </a:solidFill>
              </a:rPr>
              <a:t>REVENUE BY PAYMENT MODE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Sheet2!$L$3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Sheet2!$K$4:$K$11</c:f>
              <c:strCache>
                <c:ptCount val="7"/>
                <c:pt idx="0">
                  <c:v>Casual</c:v>
                </c:pt>
                <c:pt idx="1">
                  <c:v>Commute</c:v>
                </c:pt>
                <c:pt idx="2">
                  <c:v>Group Ticket</c:v>
                </c:pt>
                <c:pt idx="3">
                  <c:v>NCMC</c:v>
                </c:pt>
                <c:pt idx="4">
                  <c:v>QR</c:v>
                </c:pt>
                <c:pt idx="5">
                  <c:v>Smart Cards</c:v>
                </c:pt>
                <c:pt idx="6">
                  <c:v>Tokens</c:v>
                </c:pt>
              </c:strCache>
            </c:strRef>
          </c:cat>
          <c:val>
            <c:numRef>
              <c:f>Sheet2!$L$4:$L$11</c:f>
              <c:numCache>
                <c:formatCode>"₹"\ #,##0.0</c:formatCode>
                <c:ptCount val="7"/>
                <c:pt idx="0">
                  <c:v>11344561</c:v>
                </c:pt>
                <c:pt idx="1">
                  <c:v>11017842</c:v>
                </c:pt>
                <c:pt idx="2">
                  <c:v>7573</c:v>
                </c:pt>
                <c:pt idx="3">
                  <c:v>1007281</c:v>
                </c:pt>
                <c:pt idx="4">
                  <c:v>4955435</c:v>
                </c:pt>
                <c:pt idx="5">
                  <c:v>10010561</c:v>
                </c:pt>
                <c:pt idx="6">
                  <c:v>6381553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F-4EE0-802E-94F4BAD474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6591616"/>
        <c:axId val="1977710224"/>
      </c:barChart>
      <c:catAx>
        <c:axId val="2076591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710224"/>
        <c:crosses val="autoZero"/>
        <c:auto val="1"/>
        <c:lblAlgn val="ctr"/>
        <c:lblOffset val="100"/>
        <c:noMultiLvlLbl val="0"/>
      </c:catAx>
      <c:valAx>
        <c:axId val="1977710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591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DATA.xlsx]Sheet2!PivotTable5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kern="1200" spc="0" baseline="0" dirty="0">
                <a:solidFill>
                  <a:sysClr val="windowText" lastClr="000000"/>
                </a:solidFill>
              </a:rPr>
              <a:t>RIDERSHIP SHARE BY 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Sheet2!$H$3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10-4F06-AE52-43326EADA6F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10-4F06-AE52-43326EADA6F7}"/>
              </c:ext>
            </c:extLst>
          </c:dPt>
          <c:dPt>
            <c:idx val="2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E10-4F06-AE52-43326EADA6F7}"/>
              </c:ext>
            </c:extLst>
          </c:dPt>
          <c:dPt>
            <c:idx val="3"/>
            <c:bubble3D val="0"/>
            <c:spPr>
              <a:solidFill>
                <a:srgbClr val="FFCC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E10-4F06-AE52-43326EADA6F7}"/>
              </c:ext>
            </c:extLst>
          </c:dPt>
          <c:cat>
            <c:strRef>
              <c:f>Sheet2!$G$4:$G$8</c:f>
              <c:strCache>
                <c:ptCount val="4"/>
                <c:pt idx="0">
                  <c:v>Green Line</c:v>
                </c:pt>
                <c:pt idx="1">
                  <c:v>Green/Purple</c:v>
                </c:pt>
                <c:pt idx="2">
                  <c:v>Purple Line</c:v>
                </c:pt>
                <c:pt idx="3">
                  <c:v>Yellow Line</c:v>
                </c:pt>
              </c:strCache>
            </c:strRef>
          </c:cat>
          <c:val>
            <c:numRef>
              <c:f>Sheet2!$H$4:$H$8</c:f>
              <c:numCache>
                <c:formatCode>General</c:formatCode>
                <c:ptCount val="4"/>
                <c:pt idx="0">
                  <c:v>32256945</c:v>
                </c:pt>
                <c:pt idx="1">
                  <c:v>5119779</c:v>
                </c:pt>
                <c:pt idx="2">
                  <c:v>45171924</c:v>
                </c:pt>
                <c:pt idx="3">
                  <c:v>7517069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10-4F06-AE52-43326EADA6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DATA.xlsx]Sheet2!PivotTable16</c:name>
    <c:fmtId val="20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CC99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CC99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CC99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1170398143446365"/>
          <c:y val="9.3666157861559865E-2"/>
          <c:w val="0.61162862433380449"/>
          <c:h val="0.836777318753375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Sheet2!$BU$51:$BU$52</c:f>
              <c:strCache>
                <c:ptCount val="1"/>
                <c:pt idx="0">
                  <c:v>Early Week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Sheet2!$BT$53:$BT$63</c:f>
              <c:strCache>
                <c:ptCount val="10"/>
                <c:pt idx="0">
                  <c:v>Nadaprabhu Kempegowda Station Magestic</c:v>
                </c:pt>
                <c:pt idx="1">
                  <c:v>Benniganahalli</c:v>
                </c:pt>
                <c:pt idx="2">
                  <c:v>Indiranagar</c:v>
                </c:pt>
                <c:pt idx="3">
                  <c:v>Mahatma Gandhi Road</c:v>
                </c:pt>
                <c:pt idx="4">
                  <c:v>Krishnarajapura</c:v>
                </c:pt>
                <c:pt idx="5">
                  <c:v>Rashtreeya Vidyalaya Road</c:v>
                </c:pt>
                <c:pt idx="6">
                  <c:v>Mantri Square Sampige Road</c:v>
                </c:pt>
                <c:pt idx="7">
                  <c:v>National College</c:v>
                </c:pt>
                <c:pt idx="8">
                  <c:v>Yeshwanthpur</c:v>
                </c:pt>
                <c:pt idx="9">
                  <c:v>Cubbon Park</c:v>
                </c:pt>
              </c:strCache>
            </c:strRef>
          </c:cat>
          <c:val>
            <c:numRef>
              <c:f>Sheet2!$BU$53:$BU$63</c:f>
              <c:numCache>
                <c:formatCode>General</c:formatCode>
                <c:ptCount val="10"/>
                <c:pt idx="0">
                  <c:v>2154257</c:v>
                </c:pt>
                <c:pt idx="1">
                  <c:v>1588622</c:v>
                </c:pt>
                <c:pt idx="2">
                  <c:v>1571206</c:v>
                </c:pt>
                <c:pt idx="3">
                  <c:v>1241849</c:v>
                </c:pt>
                <c:pt idx="4">
                  <c:v>1211378</c:v>
                </c:pt>
                <c:pt idx="5">
                  <c:v>1140538</c:v>
                </c:pt>
                <c:pt idx="6">
                  <c:v>869036</c:v>
                </c:pt>
                <c:pt idx="7">
                  <c:v>934927</c:v>
                </c:pt>
                <c:pt idx="8">
                  <c:v>714980</c:v>
                </c:pt>
                <c:pt idx="9">
                  <c:v>917483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09-4C15-9053-CD77924C5B19}"/>
            </c:ext>
          </c:extLst>
        </c:ser>
        <c:ser>
          <c:idx val="1"/>
          <c:order val="1"/>
          <c:tx>
            <c:strRef>
              <c:f>Sheet2!$BV$51:$BV$52</c:f>
              <c:strCache>
                <c:ptCount val="1"/>
                <c:pt idx="0">
                  <c:v>Mid Week</c:v>
                </c:pt>
              </c:strCache>
            </c:strRef>
          </c:tx>
          <c:spPr>
            <a:solidFill>
              <a:srgbClr val="CC99FF"/>
            </a:solidFill>
            <a:ln>
              <a:noFill/>
            </a:ln>
            <a:effectLst/>
          </c:spPr>
          <c:invertIfNegative val="0"/>
          <c:cat>
            <c:strRef>
              <c:f>Sheet2!$BT$53:$BT$63</c:f>
              <c:strCache>
                <c:ptCount val="10"/>
                <c:pt idx="0">
                  <c:v>Nadaprabhu Kempegowda Station Magestic</c:v>
                </c:pt>
                <c:pt idx="1">
                  <c:v>Benniganahalli</c:v>
                </c:pt>
                <c:pt idx="2">
                  <c:v>Indiranagar</c:v>
                </c:pt>
                <c:pt idx="3">
                  <c:v>Mahatma Gandhi Road</c:v>
                </c:pt>
                <c:pt idx="4">
                  <c:v>Krishnarajapura</c:v>
                </c:pt>
                <c:pt idx="5">
                  <c:v>Rashtreeya Vidyalaya Road</c:v>
                </c:pt>
                <c:pt idx="6">
                  <c:v>Mantri Square Sampige Road</c:v>
                </c:pt>
                <c:pt idx="7">
                  <c:v>National College</c:v>
                </c:pt>
                <c:pt idx="8">
                  <c:v>Yeshwanthpur</c:v>
                </c:pt>
                <c:pt idx="9">
                  <c:v>Cubbon Park</c:v>
                </c:pt>
              </c:strCache>
            </c:strRef>
          </c:cat>
          <c:val>
            <c:numRef>
              <c:f>Sheet2!$BV$53:$BV$63</c:f>
              <c:numCache>
                <c:formatCode>General</c:formatCode>
                <c:ptCount val="10"/>
                <c:pt idx="0">
                  <c:v>1450743</c:v>
                </c:pt>
                <c:pt idx="1">
                  <c:v>856856</c:v>
                </c:pt>
                <c:pt idx="2">
                  <c:v>845054</c:v>
                </c:pt>
                <c:pt idx="3">
                  <c:v>711662</c:v>
                </c:pt>
                <c:pt idx="4">
                  <c:v>651042</c:v>
                </c:pt>
                <c:pt idx="5">
                  <c:v>605136</c:v>
                </c:pt>
                <c:pt idx="6">
                  <c:v>498190</c:v>
                </c:pt>
                <c:pt idx="7">
                  <c:v>504133</c:v>
                </c:pt>
                <c:pt idx="8">
                  <c:v>524601</c:v>
                </c:pt>
                <c:pt idx="9">
                  <c:v>481509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09-4C15-9053-CD77924C5B19}"/>
            </c:ext>
          </c:extLst>
        </c:ser>
        <c:ser>
          <c:idx val="2"/>
          <c:order val="2"/>
          <c:tx>
            <c:strRef>
              <c:f>Sheet2!$BW$51:$BW$52</c:f>
              <c:strCache>
                <c:ptCount val="1"/>
                <c:pt idx="0">
                  <c:v>Saturday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Sheet2!$BT$53:$BT$63</c:f>
              <c:strCache>
                <c:ptCount val="10"/>
                <c:pt idx="0">
                  <c:v>Nadaprabhu Kempegowda Station Magestic</c:v>
                </c:pt>
                <c:pt idx="1">
                  <c:v>Benniganahalli</c:v>
                </c:pt>
                <c:pt idx="2">
                  <c:v>Indiranagar</c:v>
                </c:pt>
                <c:pt idx="3">
                  <c:v>Mahatma Gandhi Road</c:v>
                </c:pt>
                <c:pt idx="4">
                  <c:v>Krishnarajapura</c:v>
                </c:pt>
                <c:pt idx="5">
                  <c:v>Rashtreeya Vidyalaya Road</c:v>
                </c:pt>
                <c:pt idx="6">
                  <c:v>Mantri Square Sampige Road</c:v>
                </c:pt>
                <c:pt idx="7">
                  <c:v>National College</c:v>
                </c:pt>
                <c:pt idx="8">
                  <c:v>Yeshwanthpur</c:v>
                </c:pt>
                <c:pt idx="9">
                  <c:v>Cubbon Park</c:v>
                </c:pt>
              </c:strCache>
            </c:strRef>
          </c:cat>
          <c:val>
            <c:numRef>
              <c:f>Sheet2!$BW$53:$BW$63</c:f>
              <c:numCache>
                <c:formatCode>General</c:formatCode>
                <c:ptCount val="10"/>
                <c:pt idx="0">
                  <c:v>754810</c:v>
                </c:pt>
                <c:pt idx="1">
                  <c:v>322091</c:v>
                </c:pt>
                <c:pt idx="2">
                  <c:v>292985</c:v>
                </c:pt>
                <c:pt idx="3">
                  <c:v>335286</c:v>
                </c:pt>
                <c:pt idx="4">
                  <c:v>225008</c:v>
                </c:pt>
                <c:pt idx="5">
                  <c:v>243516</c:v>
                </c:pt>
                <c:pt idx="6">
                  <c:v>245385</c:v>
                </c:pt>
                <c:pt idx="7">
                  <c:v>203014</c:v>
                </c:pt>
                <c:pt idx="8">
                  <c:v>267365</c:v>
                </c:pt>
                <c:pt idx="9">
                  <c:v>161028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09-4C15-9053-CD77924C5B19}"/>
            </c:ext>
          </c:extLst>
        </c:ser>
        <c:ser>
          <c:idx val="3"/>
          <c:order val="3"/>
          <c:tx>
            <c:strRef>
              <c:f>Sheet2!$BX$51:$BX$52</c:f>
              <c:strCache>
                <c:ptCount val="1"/>
                <c:pt idx="0">
                  <c:v>Sunday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Sheet2!$BT$53:$BT$63</c:f>
              <c:strCache>
                <c:ptCount val="10"/>
                <c:pt idx="0">
                  <c:v>Nadaprabhu Kempegowda Station Magestic</c:v>
                </c:pt>
                <c:pt idx="1">
                  <c:v>Benniganahalli</c:v>
                </c:pt>
                <c:pt idx="2">
                  <c:v>Indiranagar</c:v>
                </c:pt>
                <c:pt idx="3">
                  <c:v>Mahatma Gandhi Road</c:v>
                </c:pt>
                <c:pt idx="4">
                  <c:v>Krishnarajapura</c:v>
                </c:pt>
                <c:pt idx="5">
                  <c:v>Rashtreeya Vidyalaya Road</c:v>
                </c:pt>
                <c:pt idx="6">
                  <c:v>Mantri Square Sampige Road</c:v>
                </c:pt>
                <c:pt idx="7">
                  <c:v>National College</c:v>
                </c:pt>
                <c:pt idx="8">
                  <c:v>Yeshwanthpur</c:v>
                </c:pt>
                <c:pt idx="9">
                  <c:v>Cubbon Park</c:v>
                </c:pt>
              </c:strCache>
            </c:strRef>
          </c:cat>
          <c:val>
            <c:numRef>
              <c:f>Sheet2!$BX$53:$BX$63</c:f>
              <c:numCache>
                <c:formatCode>General</c:formatCode>
                <c:ptCount val="10"/>
                <c:pt idx="0">
                  <c:v>759969</c:v>
                </c:pt>
                <c:pt idx="1">
                  <c:v>315399</c:v>
                </c:pt>
                <c:pt idx="2">
                  <c:v>255955</c:v>
                </c:pt>
                <c:pt idx="3">
                  <c:v>291879</c:v>
                </c:pt>
                <c:pt idx="4">
                  <c:v>214109</c:v>
                </c:pt>
                <c:pt idx="5">
                  <c:v>197834</c:v>
                </c:pt>
                <c:pt idx="6">
                  <c:v>230293</c:v>
                </c:pt>
                <c:pt idx="7">
                  <c:v>151403</c:v>
                </c:pt>
                <c:pt idx="8">
                  <c:v>226457</c:v>
                </c:pt>
                <c:pt idx="9">
                  <c:v>145803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09-4C15-9053-CD77924C5B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72622927"/>
        <c:axId val="578312143"/>
      </c:barChart>
      <c:catAx>
        <c:axId val="4726229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312143"/>
        <c:crosses val="autoZero"/>
        <c:auto val="1"/>
        <c:lblAlgn val="ctr"/>
        <c:lblOffset val="100"/>
        <c:noMultiLvlLbl val="0"/>
      </c:catAx>
      <c:valAx>
        <c:axId val="578312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622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DATA.xlsx]Sheet1!PivotTable20</c:name>
    <c:fmtId val="10"/>
  </c:pivotSource>
  <c:chart>
    <c:title>
      <c:layout>
        <c:manualLayout>
          <c:xMode val="edge"/>
          <c:yMode val="edge"/>
          <c:x val="0.42419538863926537"/>
          <c:y val="1.28673566264751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7030A0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7030A0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7030A0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>
        <c:manualLayout>
          <c:layoutTarget val="inner"/>
          <c:xMode val="edge"/>
          <c:yMode val="edge"/>
          <c:x val="0.32239682542510895"/>
          <c:y val="0.16629942559113503"/>
          <c:w val="0.33917924417542211"/>
          <c:h val="0.80459569295856548"/>
        </c:manualLayout>
      </c:layout>
      <c:doughnutChart>
        <c:varyColors val="1"/>
        <c:ser>
          <c:idx val="0"/>
          <c:order val="0"/>
          <c:tx>
            <c:strRef>
              <c:f>Sheet1!$P$47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7030A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FAB-4035-983D-BC054AB64CDC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FAB-4035-983D-BC054AB64CD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FAB-4035-983D-BC054AB64CD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FAB-4035-983D-BC054AB64CD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Sheet1!$O$48:$O$52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Sheet1!$P$48:$P$52</c:f>
              <c:numCache>
                <c:formatCode>General</c:formatCode>
                <c:ptCount val="4"/>
                <c:pt idx="0">
                  <c:v>45940860</c:v>
                </c:pt>
                <c:pt idx="1">
                  <c:v>25187470</c:v>
                </c:pt>
                <c:pt idx="2">
                  <c:v>9828833</c:v>
                </c:pt>
                <c:pt idx="3">
                  <c:v>9108554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AB-4035-983D-BC054AB64CD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DATA.xlsx]Sheet2!PivotTable19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dirty="0">
                <a:solidFill>
                  <a:sysClr val="windowText" lastClr="000000"/>
                </a:solidFill>
              </a:rPr>
              <a:t>RIDERSHIP OF PURPLE 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66699">
              <a:alpha val="94000"/>
            </a:srgb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66699">
              <a:alpha val="94000"/>
            </a:srgb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66699">
              <a:alpha val="94000"/>
            </a:srgb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0926869797242243E-2"/>
          <c:y val="0.14757562545437211"/>
          <c:w val="0.86550369885119915"/>
          <c:h val="0.6012005499407442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Sheet2!$AT$59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666699">
                <a:alpha val="94000"/>
              </a:srgbClr>
            </a:solidFill>
            <a:ln>
              <a:noFill/>
            </a:ln>
            <a:effectLst/>
            <a:sp3d/>
          </c:spPr>
          <c:invertIfNegative val="0"/>
          <c:cat>
            <c:multiLvlStrRef>
              <c:f>Sheet2!$AS$60:$AS$70</c:f>
              <c:multiLvlStrCache>
                <c:ptCount val="8"/>
                <c:lvl>
                  <c:pt idx="0">
                    <c:v>H09</c:v>
                  </c:pt>
                  <c:pt idx="1">
                    <c:v>H10</c:v>
                  </c:pt>
                  <c:pt idx="2">
                    <c:v>H19</c:v>
                  </c:pt>
                  <c:pt idx="3">
                    <c:v>H20</c:v>
                  </c:pt>
                  <c:pt idx="4">
                    <c:v>H09</c:v>
                  </c:pt>
                  <c:pt idx="5">
                    <c:v>H10</c:v>
                  </c:pt>
                  <c:pt idx="6">
                    <c:v>H19</c:v>
                  </c:pt>
                  <c:pt idx="7">
                    <c:v>H20</c:v>
                  </c:pt>
                </c:lvl>
                <c:lvl>
                  <c:pt idx="0">
                    <c:v>Green/Purple</c:v>
                  </c:pt>
                  <c:pt idx="4">
                    <c:v>Purple Line</c:v>
                  </c:pt>
                </c:lvl>
              </c:multiLvlStrCache>
            </c:multiLvlStrRef>
          </c:cat>
          <c:val>
            <c:numRef>
              <c:f>Sheet2!$AT$60:$AT$70</c:f>
              <c:numCache>
                <c:formatCode>General</c:formatCode>
                <c:ptCount val="8"/>
                <c:pt idx="0">
                  <c:v>412916</c:v>
                </c:pt>
                <c:pt idx="1">
                  <c:v>417431</c:v>
                </c:pt>
                <c:pt idx="2">
                  <c:v>638967</c:v>
                </c:pt>
                <c:pt idx="3">
                  <c:v>506240</c:v>
                </c:pt>
                <c:pt idx="4">
                  <c:v>6707904</c:v>
                </c:pt>
                <c:pt idx="5">
                  <c:v>6219990</c:v>
                </c:pt>
                <c:pt idx="6">
                  <c:v>5461155</c:v>
                </c:pt>
                <c:pt idx="7">
                  <c:v>3709804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14-4CE9-BAAD-A3E58BC2C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70893887"/>
        <c:axId val="211144143"/>
        <c:axId val="0"/>
      </c:bar3DChart>
      <c:catAx>
        <c:axId val="370893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144143"/>
        <c:crosses val="autoZero"/>
        <c:auto val="1"/>
        <c:lblAlgn val="ctr"/>
        <c:lblOffset val="100"/>
        <c:noMultiLvlLbl val="0"/>
      </c:catAx>
      <c:valAx>
        <c:axId val="211144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893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DATA.xlsx]Sheet2!PivotTable18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dirty="0">
                <a:solidFill>
                  <a:sysClr val="windowText" lastClr="000000"/>
                </a:solidFill>
              </a:rPr>
              <a:t>RIDERSHIP </a:t>
            </a:r>
            <a:r>
              <a:rPr lang="en-US" sz="1050" b="1" baseline="0" dirty="0">
                <a:solidFill>
                  <a:sysClr val="windowText" lastClr="000000"/>
                </a:solidFill>
              </a:rPr>
              <a:t>BY GREEN LINE</a:t>
            </a:r>
            <a:endParaRPr lang="en-US" sz="1050" b="1" dirty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Sheet2!$AW$35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multiLvlStrRef>
              <c:f>Sheet2!$AV$36:$AV$46</c:f>
              <c:multiLvlStrCache>
                <c:ptCount val="8"/>
                <c:lvl>
                  <c:pt idx="0">
                    <c:v>H09</c:v>
                  </c:pt>
                  <c:pt idx="1">
                    <c:v>H10</c:v>
                  </c:pt>
                  <c:pt idx="2">
                    <c:v>H19</c:v>
                  </c:pt>
                  <c:pt idx="3">
                    <c:v>H20</c:v>
                  </c:pt>
                  <c:pt idx="4">
                    <c:v>H09</c:v>
                  </c:pt>
                  <c:pt idx="5">
                    <c:v>H10</c:v>
                  </c:pt>
                  <c:pt idx="6">
                    <c:v>H19</c:v>
                  </c:pt>
                  <c:pt idx="7">
                    <c:v>H20</c:v>
                  </c:pt>
                </c:lvl>
                <c:lvl>
                  <c:pt idx="0">
                    <c:v>Green Line</c:v>
                  </c:pt>
                  <c:pt idx="4">
                    <c:v>Green/Purple</c:v>
                  </c:pt>
                </c:lvl>
              </c:multiLvlStrCache>
            </c:multiLvlStrRef>
          </c:cat>
          <c:val>
            <c:numRef>
              <c:f>Sheet2!$AW$36:$AW$46</c:f>
              <c:numCache>
                <c:formatCode>General</c:formatCode>
                <c:ptCount val="8"/>
                <c:pt idx="0">
                  <c:v>3655267</c:v>
                </c:pt>
                <c:pt idx="1">
                  <c:v>2998681</c:v>
                </c:pt>
                <c:pt idx="2">
                  <c:v>4496513</c:v>
                </c:pt>
                <c:pt idx="3">
                  <c:v>3151470</c:v>
                </c:pt>
                <c:pt idx="4">
                  <c:v>412916</c:v>
                </c:pt>
                <c:pt idx="5">
                  <c:v>417431</c:v>
                </c:pt>
                <c:pt idx="6">
                  <c:v>638967</c:v>
                </c:pt>
                <c:pt idx="7">
                  <c:v>506240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FD-43CE-9B1B-CA45619EA4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5665792"/>
        <c:axId val="1309117936"/>
      </c:barChart>
      <c:catAx>
        <c:axId val="140566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9117936"/>
        <c:crosses val="autoZero"/>
        <c:auto val="1"/>
        <c:lblAlgn val="ctr"/>
        <c:lblOffset val="100"/>
        <c:noMultiLvlLbl val="0"/>
      </c:catAx>
      <c:valAx>
        <c:axId val="130911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665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DATA.xlsx]Sheet2!PivotTable17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i="0" u="none" strike="noStrike" kern="1200" spc="0" baseline="0" dirty="0">
                <a:solidFill>
                  <a:sysClr val="windowText" lastClr="000000"/>
                </a:solidFill>
              </a:rPr>
              <a:t>GREEN LINE STATION ACTIVITY</a:t>
            </a:r>
          </a:p>
        </c:rich>
      </c:tx>
      <c:layout>
        <c:manualLayout>
          <c:xMode val="edge"/>
          <c:yMode val="edge"/>
          <c:x val="0.31646051592278507"/>
          <c:y val="3.67334633532794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2D050">
              <a:alpha val="43000"/>
            </a:srgb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92D050">
              <a:alpha val="43000"/>
            </a:srgb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tx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92D050">
              <a:alpha val="43000"/>
            </a:srgb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tx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7595157786874308"/>
          <c:y val="0.11248333815371415"/>
          <c:w val="0.66822060809188089"/>
          <c:h val="0.8359053612386375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Sheet2!$CC$49:$CC$50</c:f>
              <c:strCache>
                <c:ptCount val="1"/>
                <c:pt idx="0">
                  <c:v>Early Week</c:v>
                </c:pt>
              </c:strCache>
            </c:strRef>
          </c:tx>
          <c:spPr>
            <a:solidFill>
              <a:srgbClr val="006600"/>
            </a:solidFill>
            <a:ln>
              <a:noFill/>
            </a:ln>
            <a:effectLst/>
          </c:spPr>
          <c:invertIfNegative val="0"/>
          <c:cat>
            <c:strRef>
              <c:f>Sheet2!$CB$51:$CB$61</c:f>
              <c:strCache>
                <c:ptCount val="10"/>
                <c:pt idx="0">
                  <c:v>Nadaprabhu Kempegowda Station Magestic</c:v>
                </c:pt>
                <c:pt idx="1">
                  <c:v>Mantri Square Sampige Road</c:v>
                </c:pt>
                <c:pt idx="2">
                  <c:v>National College</c:v>
                </c:pt>
                <c:pt idx="3">
                  <c:v>Yeshwanthpur</c:v>
                </c:pt>
                <c:pt idx="4">
                  <c:v>Jayanagar</c:v>
                </c:pt>
                <c:pt idx="5">
                  <c:v>Rajajinagar</c:v>
                </c:pt>
                <c:pt idx="6">
                  <c:v>Banashankari</c:v>
                </c:pt>
                <c:pt idx="7">
                  <c:v>Konanakunte Cross</c:v>
                </c:pt>
                <c:pt idx="8">
                  <c:v>Dasarahalli</c:v>
                </c:pt>
                <c:pt idx="9">
                  <c:v>Jayaprakash Nagar</c:v>
                </c:pt>
              </c:strCache>
            </c:strRef>
          </c:cat>
          <c:val>
            <c:numRef>
              <c:f>Sheet2!$CC$51:$CC$61</c:f>
              <c:numCache>
                <c:formatCode>General</c:formatCode>
                <c:ptCount val="10"/>
                <c:pt idx="0">
                  <c:v>2154257</c:v>
                </c:pt>
                <c:pt idx="1">
                  <c:v>869036</c:v>
                </c:pt>
                <c:pt idx="2">
                  <c:v>934927</c:v>
                </c:pt>
                <c:pt idx="3">
                  <c:v>714980</c:v>
                </c:pt>
                <c:pt idx="4">
                  <c:v>816991</c:v>
                </c:pt>
                <c:pt idx="5">
                  <c:v>758443</c:v>
                </c:pt>
                <c:pt idx="6">
                  <c:v>731017</c:v>
                </c:pt>
                <c:pt idx="7">
                  <c:v>687988</c:v>
                </c:pt>
                <c:pt idx="8">
                  <c:v>693973</c:v>
                </c:pt>
                <c:pt idx="9">
                  <c:v>664202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70-4BCD-8F45-7E7F6C593BCB}"/>
            </c:ext>
          </c:extLst>
        </c:ser>
        <c:ser>
          <c:idx val="1"/>
          <c:order val="1"/>
          <c:tx>
            <c:strRef>
              <c:f>Sheet2!$CD$49:$CD$50</c:f>
              <c:strCache>
                <c:ptCount val="1"/>
                <c:pt idx="0">
                  <c:v>Mid Week</c:v>
                </c:pt>
              </c:strCache>
            </c:strRef>
          </c:tx>
          <c:spPr>
            <a:solidFill>
              <a:srgbClr val="92D050">
                <a:alpha val="43000"/>
              </a:srgbClr>
            </a:solidFill>
            <a:ln>
              <a:noFill/>
            </a:ln>
            <a:effectLst/>
          </c:spPr>
          <c:invertIfNegative val="0"/>
          <c:cat>
            <c:strRef>
              <c:f>Sheet2!$CB$51:$CB$61</c:f>
              <c:strCache>
                <c:ptCount val="10"/>
                <c:pt idx="0">
                  <c:v>Nadaprabhu Kempegowda Station Magestic</c:v>
                </c:pt>
                <c:pt idx="1">
                  <c:v>Mantri Square Sampige Road</c:v>
                </c:pt>
                <c:pt idx="2">
                  <c:v>National College</c:v>
                </c:pt>
                <c:pt idx="3">
                  <c:v>Yeshwanthpur</c:v>
                </c:pt>
                <c:pt idx="4">
                  <c:v>Jayanagar</c:v>
                </c:pt>
                <c:pt idx="5">
                  <c:v>Rajajinagar</c:v>
                </c:pt>
                <c:pt idx="6">
                  <c:v>Banashankari</c:v>
                </c:pt>
                <c:pt idx="7">
                  <c:v>Konanakunte Cross</c:v>
                </c:pt>
                <c:pt idx="8">
                  <c:v>Dasarahalli</c:v>
                </c:pt>
                <c:pt idx="9">
                  <c:v>Jayaprakash Nagar</c:v>
                </c:pt>
              </c:strCache>
            </c:strRef>
          </c:cat>
          <c:val>
            <c:numRef>
              <c:f>Sheet2!$CD$51:$CD$61</c:f>
              <c:numCache>
                <c:formatCode>General</c:formatCode>
                <c:ptCount val="10"/>
                <c:pt idx="0">
                  <c:v>1450743</c:v>
                </c:pt>
                <c:pt idx="1">
                  <c:v>498190</c:v>
                </c:pt>
                <c:pt idx="2">
                  <c:v>504133</c:v>
                </c:pt>
                <c:pt idx="3">
                  <c:v>524601</c:v>
                </c:pt>
                <c:pt idx="4">
                  <c:v>438060</c:v>
                </c:pt>
                <c:pt idx="5">
                  <c:v>416108</c:v>
                </c:pt>
                <c:pt idx="6">
                  <c:v>390677</c:v>
                </c:pt>
                <c:pt idx="7">
                  <c:v>369838</c:v>
                </c:pt>
                <c:pt idx="8">
                  <c:v>379778</c:v>
                </c:pt>
                <c:pt idx="9">
                  <c:v>347193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70-4BCD-8F45-7E7F6C593BCB}"/>
            </c:ext>
          </c:extLst>
        </c:ser>
        <c:ser>
          <c:idx val="2"/>
          <c:order val="2"/>
          <c:tx>
            <c:strRef>
              <c:f>Sheet2!$CE$49:$CE$50</c:f>
              <c:strCache>
                <c:ptCount val="1"/>
                <c:pt idx="0">
                  <c:v>Saturday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Sheet2!$CB$51:$CB$61</c:f>
              <c:strCache>
                <c:ptCount val="10"/>
                <c:pt idx="0">
                  <c:v>Nadaprabhu Kempegowda Station Magestic</c:v>
                </c:pt>
                <c:pt idx="1">
                  <c:v>Mantri Square Sampige Road</c:v>
                </c:pt>
                <c:pt idx="2">
                  <c:v>National College</c:v>
                </c:pt>
                <c:pt idx="3">
                  <c:v>Yeshwanthpur</c:v>
                </c:pt>
                <c:pt idx="4">
                  <c:v>Jayanagar</c:v>
                </c:pt>
                <c:pt idx="5">
                  <c:v>Rajajinagar</c:v>
                </c:pt>
                <c:pt idx="6">
                  <c:v>Banashankari</c:v>
                </c:pt>
                <c:pt idx="7">
                  <c:v>Konanakunte Cross</c:v>
                </c:pt>
                <c:pt idx="8">
                  <c:v>Dasarahalli</c:v>
                </c:pt>
                <c:pt idx="9">
                  <c:v>Jayaprakash Nagar</c:v>
                </c:pt>
              </c:strCache>
            </c:strRef>
          </c:cat>
          <c:val>
            <c:numRef>
              <c:f>Sheet2!$CE$51:$CE$61</c:f>
              <c:numCache>
                <c:formatCode>General</c:formatCode>
                <c:ptCount val="10"/>
                <c:pt idx="0">
                  <c:v>754810</c:v>
                </c:pt>
                <c:pt idx="1">
                  <c:v>245385</c:v>
                </c:pt>
                <c:pt idx="2">
                  <c:v>203014</c:v>
                </c:pt>
                <c:pt idx="3">
                  <c:v>267365</c:v>
                </c:pt>
                <c:pt idx="4">
                  <c:v>200865</c:v>
                </c:pt>
                <c:pt idx="5">
                  <c:v>166558</c:v>
                </c:pt>
                <c:pt idx="6">
                  <c:v>161007</c:v>
                </c:pt>
                <c:pt idx="7">
                  <c:v>179704</c:v>
                </c:pt>
                <c:pt idx="8">
                  <c:v>161840</c:v>
                </c:pt>
                <c:pt idx="9">
                  <c:v>136479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70-4BCD-8F45-7E7F6C593BCB}"/>
            </c:ext>
          </c:extLst>
        </c:ser>
        <c:ser>
          <c:idx val="3"/>
          <c:order val="3"/>
          <c:tx>
            <c:strRef>
              <c:f>Sheet2!$CF$49:$CF$50</c:f>
              <c:strCache>
                <c:ptCount val="1"/>
                <c:pt idx="0">
                  <c:v>Sunday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Sheet2!$CB$51:$CB$61</c:f>
              <c:strCache>
                <c:ptCount val="10"/>
                <c:pt idx="0">
                  <c:v>Nadaprabhu Kempegowda Station Magestic</c:v>
                </c:pt>
                <c:pt idx="1">
                  <c:v>Mantri Square Sampige Road</c:v>
                </c:pt>
                <c:pt idx="2">
                  <c:v>National College</c:v>
                </c:pt>
                <c:pt idx="3">
                  <c:v>Yeshwanthpur</c:v>
                </c:pt>
                <c:pt idx="4">
                  <c:v>Jayanagar</c:v>
                </c:pt>
                <c:pt idx="5">
                  <c:v>Rajajinagar</c:v>
                </c:pt>
                <c:pt idx="6">
                  <c:v>Banashankari</c:v>
                </c:pt>
                <c:pt idx="7">
                  <c:v>Konanakunte Cross</c:v>
                </c:pt>
                <c:pt idx="8">
                  <c:v>Dasarahalli</c:v>
                </c:pt>
                <c:pt idx="9">
                  <c:v>Jayaprakash Nagar</c:v>
                </c:pt>
              </c:strCache>
            </c:strRef>
          </c:cat>
          <c:val>
            <c:numRef>
              <c:f>Sheet2!$CF$51:$CF$61</c:f>
              <c:numCache>
                <c:formatCode>General</c:formatCode>
                <c:ptCount val="10"/>
                <c:pt idx="0">
                  <c:v>759969</c:v>
                </c:pt>
                <c:pt idx="1">
                  <c:v>230293</c:v>
                </c:pt>
                <c:pt idx="2">
                  <c:v>151403</c:v>
                </c:pt>
                <c:pt idx="3">
                  <c:v>226457</c:v>
                </c:pt>
                <c:pt idx="4">
                  <c:v>175378</c:v>
                </c:pt>
                <c:pt idx="5">
                  <c:v>141085</c:v>
                </c:pt>
                <c:pt idx="6">
                  <c:v>173047</c:v>
                </c:pt>
                <c:pt idx="7">
                  <c:v>190239</c:v>
                </c:pt>
                <c:pt idx="8">
                  <c:v>154980</c:v>
                </c:pt>
                <c:pt idx="9">
                  <c:v>132790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770-4BCD-8F45-7E7F6C593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72190111"/>
        <c:axId val="578452303"/>
      </c:barChart>
      <c:catAx>
        <c:axId val="472190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452303"/>
        <c:crosses val="autoZero"/>
        <c:auto val="1"/>
        <c:lblAlgn val="ctr"/>
        <c:lblOffset val="100"/>
        <c:noMultiLvlLbl val="0"/>
      </c:catAx>
      <c:valAx>
        <c:axId val="57845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190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582402615165554"/>
          <c:y val="0.8042725099375464"/>
          <c:w val="0.11705296995941578"/>
          <c:h val="0.139402786393782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DATA.xlsx]Sheet1!PivotTable21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dirty="0">
                <a:solidFill>
                  <a:sysClr val="windowText" lastClr="000000"/>
                </a:solidFill>
              </a:rPr>
              <a:t>TRAFFIC</a:t>
            </a:r>
            <a:r>
              <a:rPr lang="en-US" sz="1050" b="1" baseline="0" dirty="0">
                <a:solidFill>
                  <a:sysClr val="windowText" lastClr="000000"/>
                </a:solidFill>
              </a:rPr>
              <a:t> TREND ACROSS LINES</a:t>
            </a:r>
            <a:endParaRPr lang="en-US" sz="105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24193162811808064"/>
          <c:y val="5.09206757587253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Sheet1!$M$44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92D050">
                <a:alpha val="30000"/>
              </a:srgbClr>
            </a:solidFill>
            <a:ln>
              <a:solidFill>
                <a:schemeClr val="accent6">
                  <a:lumMod val="75000"/>
                </a:schemeClr>
              </a:solidFill>
            </a:ln>
            <a:effectLst/>
          </c:spPr>
          <c:cat>
            <c:strRef>
              <c:f>Sheet1!$L$45:$L$49</c:f>
              <c:strCache>
                <c:ptCount val="4"/>
                <c:pt idx="0">
                  <c:v>Early Week</c:v>
                </c:pt>
                <c:pt idx="1">
                  <c:v>Mid Week</c:v>
                </c:pt>
                <c:pt idx="2">
                  <c:v>Saturday</c:v>
                </c:pt>
                <c:pt idx="3">
                  <c:v>Sunday</c:v>
                </c:pt>
              </c:strCache>
            </c:strRef>
          </c:cat>
          <c:val>
            <c:numRef>
              <c:f>Sheet1!$M$45:$M$49</c:f>
              <c:numCache>
                <c:formatCode>General</c:formatCode>
                <c:ptCount val="4"/>
                <c:pt idx="0">
                  <c:v>18057473</c:v>
                </c:pt>
                <c:pt idx="1">
                  <c:v>10293514</c:v>
                </c:pt>
                <c:pt idx="2">
                  <c:v>4626230</c:v>
                </c:pt>
                <c:pt idx="3">
                  <c:v>4399507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39-475D-9F4A-E0149DCCE5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9410543"/>
        <c:axId val="696835696"/>
      </c:areaChart>
      <c:catAx>
        <c:axId val="2194105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835696"/>
        <c:crosses val="autoZero"/>
        <c:auto val="1"/>
        <c:lblAlgn val="ctr"/>
        <c:lblOffset val="100"/>
        <c:noMultiLvlLbl val="0"/>
      </c:catAx>
      <c:valAx>
        <c:axId val="696835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41054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DATA.xlsx]Sheet2!PivotTable15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b="1" i="0" u="none" strike="noStrike" kern="1200" spc="0" baseline="0" dirty="0">
                <a:solidFill>
                  <a:sysClr val="windowText" lastClr="000000"/>
                </a:solidFill>
              </a:rPr>
              <a:t>YELLOW LINE STATION ACTIVITY</a:t>
            </a:r>
          </a:p>
        </c:rich>
      </c:tx>
      <c:layout>
        <c:manualLayout>
          <c:xMode val="edge"/>
          <c:yMode val="edge"/>
          <c:x val="0.35958917114896799"/>
          <c:y val="5.36922955609373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Sheet2!$BO$55:$BO$56</c:f>
              <c:strCache>
                <c:ptCount val="1"/>
                <c:pt idx="0">
                  <c:v>Early Week</c:v>
                </c:pt>
              </c:strCache>
            </c:strRef>
          </c:tx>
          <c:spPr>
            <a:solidFill>
              <a:srgbClr val="FAE12A"/>
            </a:solidFill>
            <a:ln>
              <a:solidFill>
                <a:srgbClr val="FFC000"/>
              </a:solidFill>
            </a:ln>
            <a:effectLst/>
          </c:spPr>
          <c:invertIfNegative val="0"/>
          <c:cat>
            <c:strRef>
              <c:f>Sheet2!$BN$57:$BN$67</c:f>
              <c:strCache>
                <c:ptCount val="10"/>
                <c:pt idx="0">
                  <c:v>Rashtreeya Vidyalaya Road</c:v>
                </c:pt>
                <c:pt idx="1">
                  <c:v>Delta Electronics Bommasandra</c:v>
                </c:pt>
                <c:pt idx="2">
                  <c:v>Infosys Foundation Konappana Agrahara</c:v>
                </c:pt>
                <c:pt idx="3">
                  <c:v>Central Silk Board</c:v>
                </c:pt>
                <c:pt idx="4">
                  <c:v>BTM Layout</c:v>
                </c:pt>
                <c:pt idx="5">
                  <c:v>Jayadeva Hospital</c:v>
                </c:pt>
                <c:pt idx="6">
                  <c:v>Bommanahalli</c:v>
                </c:pt>
                <c:pt idx="7">
                  <c:v>Electronic City</c:v>
                </c:pt>
                <c:pt idx="8">
                  <c:v>Hosa Road</c:v>
                </c:pt>
                <c:pt idx="9">
                  <c:v>Kudlu Gate</c:v>
                </c:pt>
              </c:strCache>
            </c:strRef>
          </c:cat>
          <c:val>
            <c:numRef>
              <c:f>Sheet2!$BO$57:$BO$67</c:f>
              <c:numCache>
                <c:formatCode>General</c:formatCode>
                <c:ptCount val="10"/>
                <c:pt idx="0">
                  <c:v>570269</c:v>
                </c:pt>
                <c:pt idx="1">
                  <c:v>358953</c:v>
                </c:pt>
                <c:pt idx="2">
                  <c:v>344239</c:v>
                </c:pt>
                <c:pt idx="3">
                  <c:v>295106</c:v>
                </c:pt>
                <c:pt idx="4">
                  <c:v>277935</c:v>
                </c:pt>
                <c:pt idx="5">
                  <c:v>282184</c:v>
                </c:pt>
                <c:pt idx="6">
                  <c:v>255213</c:v>
                </c:pt>
                <c:pt idx="7">
                  <c:v>208803</c:v>
                </c:pt>
                <c:pt idx="8">
                  <c:v>213115</c:v>
                </c:pt>
                <c:pt idx="9">
                  <c:v>209573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2B-453B-A93A-117E7EDAB6C1}"/>
            </c:ext>
          </c:extLst>
        </c:ser>
        <c:ser>
          <c:idx val="1"/>
          <c:order val="1"/>
          <c:tx>
            <c:strRef>
              <c:f>Sheet2!$BP$55:$BP$56</c:f>
              <c:strCache>
                <c:ptCount val="1"/>
                <c:pt idx="0">
                  <c:v>Mid Week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Sheet2!$BN$57:$BN$67</c:f>
              <c:strCache>
                <c:ptCount val="10"/>
                <c:pt idx="0">
                  <c:v>Rashtreeya Vidyalaya Road</c:v>
                </c:pt>
                <c:pt idx="1">
                  <c:v>Delta Electronics Bommasandra</c:v>
                </c:pt>
                <c:pt idx="2">
                  <c:v>Infosys Foundation Konappana Agrahara</c:v>
                </c:pt>
                <c:pt idx="3">
                  <c:v>Central Silk Board</c:v>
                </c:pt>
                <c:pt idx="4">
                  <c:v>BTM Layout</c:v>
                </c:pt>
                <c:pt idx="5">
                  <c:v>Jayadeva Hospital</c:v>
                </c:pt>
                <c:pt idx="6">
                  <c:v>Bommanahalli</c:v>
                </c:pt>
                <c:pt idx="7">
                  <c:v>Electronic City</c:v>
                </c:pt>
                <c:pt idx="8">
                  <c:v>Hosa Road</c:v>
                </c:pt>
                <c:pt idx="9">
                  <c:v>Kudlu Gate</c:v>
                </c:pt>
              </c:strCache>
            </c:strRef>
          </c:cat>
          <c:val>
            <c:numRef>
              <c:f>Sheet2!$BP$57:$BP$67</c:f>
              <c:numCache>
                <c:formatCode>General</c:formatCode>
                <c:ptCount val="10"/>
                <c:pt idx="0">
                  <c:v>302568</c:v>
                </c:pt>
                <c:pt idx="1">
                  <c:v>204519</c:v>
                </c:pt>
                <c:pt idx="2">
                  <c:v>183288</c:v>
                </c:pt>
                <c:pt idx="3">
                  <c:v>167559</c:v>
                </c:pt>
                <c:pt idx="4">
                  <c:v>149520</c:v>
                </c:pt>
                <c:pt idx="5">
                  <c:v>152040</c:v>
                </c:pt>
                <c:pt idx="6">
                  <c:v>144991</c:v>
                </c:pt>
                <c:pt idx="7">
                  <c:v>115745</c:v>
                </c:pt>
                <c:pt idx="8">
                  <c:v>117243</c:v>
                </c:pt>
                <c:pt idx="9">
                  <c:v>118048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2B-453B-A93A-117E7EDAB6C1}"/>
            </c:ext>
          </c:extLst>
        </c:ser>
        <c:ser>
          <c:idx val="2"/>
          <c:order val="2"/>
          <c:tx>
            <c:strRef>
              <c:f>Sheet2!$BQ$55:$BQ$56</c:f>
              <c:strCache>
                <c:ptCount val="1"/>
                <c:pt idx="0">
                  <c:v>Saturday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Sheet2!$BN$57:$BN$67</c:f>
              <c:strCache>
                <c:ptCount val="10"/>
                <c:pt idx="0">
                  <c:v>Rashtreeya Vidyalaya Road</c:v>
                </c:pt>
                <c:pt idx="1">
                  <c:v>Delta Electronics Bommasandra</c:v>
                </c:pt>
                <c:pt idx="2">
                  <c:v>Infosys Foundation Konappana Agrahara</c:v>
                </c:pt>
                <c:pt idx="3">
                  <c:v>Central Silk Board</c:v>
                </c:pt>
                <c:pt idx="4">
                  <c:v>BTM Layout</c:v>
                </c:pt>
                <c:pt idx="5">
                  <c:v>Jayadeva Hospital</c:v>
                </c:pt>
                <c:pt idx="6">
                  <c:v>Bommanahalli</c:v>
                </c:pt>
                <c:pt idx="7">
                  <c:v>Electronic City</c:v>
                </c:pt>
                <c:pt idx="8">
                  <c:v>Hosa Road</c:v>
                </c:pt>
                <c:pt idx="9">
                  <c:v>Kudlu Gate</c:v>
                </c:pt>
              </c:strCache>
            </c:strRef>
          </c:cat>
          <c:val>
            <c:numRef>
              <c:f>Sheet2!$BQ$57:$BQ$67</c:f>
              <c:numCache>
                <c:formatCode>General</c:formatCode>
                <c:ptCount val="10"/>
                <c:pt idx="0">
                  <c:v>121758</c:v>
                </c:pt>
                <c:pt idx="1">
                  <c:v>104853</c:v>
                </c:pt>
                <c:pt idx="2">
                  <c:v>78323</c:v>
                </c:pt>
                <c:pt idx="3">
                  <c:v>74599</c:v>
                </c:pt>
                <c:pt idx="4">
                  <c:v>71211</c:v>
                </c:pt>
                <c:pt idx="5">
                  <c:v>55587</c:v>
                </c:pt>
                <c:pt idx="6">
                  <c:v>67375</c:v>
                </c:pt>
                <c:pt idx="7">
                  <c:v>60935</c:v>
                </c:pt>
                <c:pt idx="8">
                  <c:v>59983</c:v>
                </c:pt>
                <c:pt idx="9">
                  <c:v>52409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2B-453B-A93A-117E7EDAB6C1}"/>
            </c:ext>
          </c:extLst>
        </c:ser>
        <c:ser>
          <c:idx val="3"/>
          <c:order val="3"/>
          <c:tx>
            <c:strRef>
              <c:f>Sheet2!$BR$55:$BR$56</c:f>
              <c:strCache>
                <c:ptCount val="1"/>
                <c:pt idx="0">
                  <c:v>Sunday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Sheet2!$BN$57:$BN$67</c:f>
              <c:strCache>
                <c:ptCount val="10"/>
                <c:pt idx="0">
                  <c:v>Rashtreeya Vidyalaya Road</c:v>
                </c:pt>
                <c:pt idx="1">
                  <c:v>Delta Electronics Bommasandra</c:v>
                </c:pt>
                <c:pt idx="2">
                  <c:v>Infosys Foundation Konappana Agrahara</c:v>
                </c:pt>
                <c:pt idx="3">
                  <c:v>Central Silk Board</c:v>
                </c:pt>
                <c:pt idx="4">
                  <c:v>BTM Layout</c:v>
                </c:pt>
                <c:pt idx="5">
                  <c:v>Jayadeva Hospital</c:v>
                </c:pt>
                <c:pt idx="6">
                  <c:v>Bommanahalli</c:v>
                </c:pt>
                <c:pt idx="7">
                  <c:v>Electronic City</c:v>
                </c:pt>
                <c:pt idx="8">
                  <c:v>Hosa Road</c:v>
                </c:pt>
                <c:pt idx="9">
                  <c:v>Kudlu Gate</c:v>
                </c:pt>
              </c:strCache>
            </c:strRef>
          </c:cat>
          <c:val>
            <c:numRef>
              <c:f>Sheet2!$BR$57:$BR$67</c:f>
              <c:numCache>
                <c:formatCode>General</c:formatCode>
                <c:ptCount val="10"/>
                <c:pt idx="0">
                  <c:v>98917</c:v>
                </c:pt>
                <c:pt idx="1">
                  <c:v>123613</c:v>
                </c:pt>
                <c:pt idx="2">
                  <c:v>93219</c:v>
                </c:pt>
                <c:pt idx="3">
                  <c:v>73766</c:v>
                </c:pt>
                <c:pt idx="4">
                  <c:v>79352</c:v>
                </c:pt>
                <c:pt idx="5">
                  <c:v>50848</c:v>
                </c:pt>
                <c:pt idx="6">
                  <c:v>69307</c:v>
                </c:pt>
                <c:pt idx="7">
                  <c:v>73353</c:v>
                </c:pt>
                <c:pt idx="8">
                  <c:v>64834</c:v>
                </c:pt>
                <c:pt idx="9">
                  <c:v>54740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2B-453B-A93A-117E7EDAB6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2249503"/>
        <c:axId val="578416783"/>
      </c:barChart>
      <c:catAx>
        <c:axId val="472249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416783"/>
        <c:crosses val="autoZero"/>
        <c:auto val="1"/>
        <c:lblAlgn val="ctr"/>
        <c:lblOffset val="100"/>
        <c:noMultiLvlLbl val="0"/>
      </c:catAx>
      <c:valAx>
        <c:axId val="578416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24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DATA.xlsx]Sheet2!PivotTable13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050" b="1" i="0" u="none" strike="noStrike" kern="1200" spc="0" baseline="0" dirty="0">
                <a:solidFill>
                  <a:sysClr val="windowText" lastClr="000000"/>
                </a:solidFill>
              </a:rPr>
              <a:t>RIDERSHIP BY YELLOW LINE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 sz="1050" dirty="0"/>
          </a:p>
        </c:rich>
      </c:tx>
      <c:layout>
        <c:manualLayout>
          <c:xMode val="edge"/>
          <c:yMode val="edge"/>
          <c:x val="0.30881216745185502"/>
          <c:y val="2.19840177134365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852897102040677"/>
          <c:y val="0.11057159236520842"/>
          <c:w val="0.79041284240051135"/>
          <c:h val="0.801599626547649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Sheet2!$AU$34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FFC000">
                  <a:alpha val="84000"/>
                </a:srgbClr>
              </a:solidFill>
            </a:ln>
            <a:effectLst/>
          </c:spPr>
          <c:invertIfNegative val="0"/>
          <c:cat>
            <c:strRef>
              <c:f>Sheet2!$AT$35:$AT$47</c:f>
              <c:strCache>
                <c:ptCount val="12"/>
                <c:pt idx="0">
                  <c:v>H06</c:v>
                </c:pt>
                <c:pt idx="1">
                  <c:v>H07</c:v>
                </c:pt>
                <c:pt idx="2">
                  <c:v>H08</c:v>
                </c:pt>
                <c:pt idx="3">
                  <c:v>H09</c:v>
                </c:pt>
                <c:pt idx="4">
                  <c:v>H10</c:v>
                </c:pt>
                <c:pt idx="5">
                  <c:v>H16</c:v>
                </c:pt>
                <c:pt idx="6">
                  <c:v>H17</c:v>
                </c:pt>
                <c:pt idx="7">
                  <c:v>H18</c:v>
                </c:pt>
                <c:pt idx="8">
                  <c:v>H19</c:v>
                </c:pt>
                <c:pt idx="9">
                  <c:v>H20</c:v>
                </c:pt>
                <c:pt idx="10">
                  <c:v>H21</c:v>
                </c:pt>
                <c:pt idx="11">
                  <c:v>H22</c:v>
                </c:pt>
              </c:strCache>
            </c:strRef>
          </c:cat>
          <c:val>
            <c:numRef>
              <c:f>Sheet2!$AU$35:$AU$47</c:f>
              <c:numCache>
                <c:formatCode>General</c:formatCode>
                <c:ptCount val="12"/>
                <c:pt idx="0">
                  <c:v>57442</c:v>
                </c:pt>
                <c:pt idx="1">
                  <c:v>242578</c:v>
                </c:pt>
                <c:pt idx="2">
                  <c:v>611702</c:v>
                </c:pt>
                <c:pt idx="3">
                  <c:v>908558</c:v>
                </c:pt>
                <c:pt idx="4">
                  <c:v>699160</c:v>
                </c:pt>
                <c:pt idx="5">
                  <c:v>565810</c:v>
                </c:pt>
                <c:pt idx="6">
                  <c:v>721084</c:v>
                </c:pt>
                <c:pt idx="7">
                  <c:v>970445</c:v>
                </c:pt>
                <c:pt idx="8">
                  <c:v>1084678</c:v>
                </c:pt>
                <c:pt idx="9">
                  <c:v>801283</c:v>
                </c:pt>
                <c:pt idx="10">
                  <c:v>537250</c:v>
                </c:pt>
                <c:pt idx="11">
                  <c:v>317079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50-44CF-BCB4-6E02923121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0500271"/>
        <c:axId val="578490703"/>
      </c:barChart>
      <c:catAx>
        <c:axId val="710500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490703"/>
        <c:crosses val="autoZero"/>
        <c:auto val="1"/>
        <c:lblAlgn val="ctr"/>
        <c:lblOffset val="100"/>
        <c:noMultiLvlLbl val="0"/>
      </c:catAx>
      <c:valAx>
        <c:axId val="57849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0500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[BANGALORE DATA.xlsx]Sheet2!PivotTable1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sz="1050" b="1" dirty="0">
                <a:solidFill>
                  <a:sysClr val="windowText" lastClr="000000"/>
                </a:solidFill>
              </a:rPr>
              <a:t>WEEKLY</a:t>
            </a:r>
            <a:r>
              <a:rPr lang="en-IN" sz="1050" b="1" baseline="0" dirty="0">
                <a:solidFill>
                  <a:sysClr val="windowText" lastClr="000000"/>
                </a:solidFill>
              </a:rPr>
              <a:t> RIDERSHIP TREND </a:t>
            </a:r>
            <a:endParaRPr lang="en-IN" sz="1050" b="1" dirty="0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23901598910249924"/>
          <c:y val="6.15704103812584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5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alpha val="5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alpha val="5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Sheet2!$AO$4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C00">
                <a:alpha val="46000"/>
              </a:srgbClr>
            </a:solidFill>
            <a:ln w="28575">
              <a:solidFill>
                <a:srgbClr val="FFCC00"/>
              </a:solidFill>
            </a:ln>
            <a:effectLst/>
          </c:spPr>
          <c:cat>
            <c:strRef>
              <c:f>Sheet2!$AN$5:$AN$9</c:f>
              <c:strCache>
                <c:ptCount val="4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Saturday</c:v>
                </c:pt>
              </c:strCache>
            </c:strRef>
          </c:cat>
          <c:val>
            <c:numRef>
              <c:f>Sheet2!$AO$5:$AO$9</c:f>
              <c:numCache>
                <c:formatCode>General</c:formatCode>
                <c:ptCount val="4"/>
                <c:pt idx="0">
                  <c:v>952140</c:v>
                </c:pt>
                <c:pt idx="1">
                  <c:v>1345442</c:v>
                </c:pt>
                <c:pt idx="2">
                  <c:v>1283506</c:v>
                </c:pt>
                <c:pt idx="3">
                  <c:v>902321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E6-48D5-AEA3-CE625D6EA8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273807"/>
        <c:axId val="578369743"/>
      </c:areaChart>
      <c:catAx>
        <c:axId val="1252738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8369743"/>
        <c:crosses val="autoZero"/>
        <c:auto val="1"/>
        <c:lblAlgn val="ctr"/>
        <c:lblOffset val="100"/>
        <c:noMultiLvlLbl val="0"/>
      </c:catAx>
      <c:valAx>
        <c:axId val="578369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27380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5B520-B20D-4611-84F0-EA381AFC5956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3B71C-60CA-45C6-BD69-DE71A4F06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7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3B71C-60CA-45C6-BD69-DE71A4F06A9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375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3B71C-60CA-45C6-BD69-DE71A4F06A9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977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CE80-B90D-666A-DBBE-7D633C3E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A3F9F-CAED-DB29-E62E-73CA83882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CB147-2818-0FD3-2CF4-F9796A3B2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ECBFE-FB04-BCF5-B532-A6DF246E2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3B71C-60CA-45C6-BD69-DE71A4F06A9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466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3B71C-60CA-45C6-BD69-DE71A4F06A9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784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3B71C-60CA-45C6-BD69-DE71A4F06A9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011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9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108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14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58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3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86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23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713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87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9565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959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94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69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46584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1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86039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3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625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045595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326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4010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060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424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568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76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389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65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0141DD3-1D0A-4481-8CE5-AACE19CA955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B8C1E65-B604-4C6E-85AF-36AD9E01F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66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5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5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5C823C-FB23-7B8A-104D-1E8B0AF04E42}"/>
              </a:ext>
            </a:extLst>
          </p:cNvPr>
          <p:cNvSpPr/>
          <p:nvPr/>
        </p:nvSpPr>
        <p:spPr>
          <a:xfrm>
            <a:off x="-4679131" y="0"/>
            <a:ext cx="4465122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  <a:lumMod val="0"/>
                  <a:lumOff val="100000"/>
                </a:schemeClr>
              </a:gs>
              <a:gs pos="0">
                <a:srgbClr val="00B0F0"/>
              </a:gs>
              <a:gs pos="100000">
                <a:srgbClr val="0070C0"/>
              </a:gs>
              <a:gs pos="100000">
                <a:srgbClr val="0070C0"/>
              </a:gs>
            </a:gsLst>
            <a:lin ang="10800000" scaled="1"/>
            <a:tileRect/>
          </a:gradFill>
          <a:ln>
            <a:solidFill>
              <a:srgbClr val="CCE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690718-704E-A52D-521B-D547383F226F}"/>
              </a:ext>
            </a:extLst>
          </p:cNvPr>
          <p:cNvGrpSpPr/>
          <p:nvPr/>
        </p:nvGrpSpPr>
        <p:grpSpPr>
          <a:xfrm>
            <a:off x="674914" y="718457"/>
            <a:ext cx="10787743" cy="5344886"/>
            <a:chOff x="674914" y="718457"/>
            <a:chExt cx="10787743" cy="534488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500BF1A-2A36-4187-A15D-E06F13AE2E84}"/>
                </a:ext>
              </a:extLst>
            </p:cNvPr>
            <p:cNvSpPr txBox="1"/>
            <p:nvPr/>
          </p:nvSpPr>
          <p:spPr>
            <a:xfrm>
              <a:off x="674914" y="718457"/>
              <a:ext cx="10787743" cy="53448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E164C74-CA49-CB4C-79A3-E3337EB303D1}"/>
                </a:ext>
              </a:extLst>
            </p:cNvPr>
            <p:cNvSpPr txBox="1"/>
            <p:nvPr/>
          </p:nvSpPr>
          <p:spPr>
            <a:xfrm>
              <a:off x="1750173" y="1741253"/>
              <a:ext cx="8637224" cy="31085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EXCEL PROJECT</a:t>
              </a:r>
            </a:p>
            <a:p>
              <a:endParaRPr lang="en-IN" sz="28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endParaRPr lang="en-IN" sz="28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pPr algn="ctr"/>
              <a:r>
                <a:rPr lang="en-IN" sz="28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BANGALORE METRO - DAILY PASSENGER COMMUTE ANALYSIS</a:t>
              </a:r>
            </a:p>
            <a:p>
              <a:pPr algn="ctr"/>
              <a:endParaRPr lang="en-IN" sz="28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pPr algn="ctr"/>
              <a:endParaRPr lang="en-IN" sz="28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45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10ED4-FDED-36B1-632F-3DC4F66C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6ABCB33-A01F-DD3B-1F65-7E77AF26A3F6}"/>
              </a:ext>
            </a:extLst>
          </p:cNvPr>
          <p:cNvGrpSpPr/>
          <p:nvPr/>
        </p:nvGrpSpPr>
        <p:grpSpPr>
          <a:xfrm>
            <a:off x="5684702" y="756557"/>
            <a:ext cx="5777953" cy="5344886"/>
            <a:chOff x="674910" y="756557"/>
            <a:chExt cx="10787743" cy="53448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A095D3-7A24-196A-7D68-A7863F19EB49}"/>
                </a:ext>
              </a:extLst>
            </p:cNvPr>
            <p:cNvSpPr txBox="1"/>
            <p:nvPr/>
          </p:nvSpPr>
          <p:spPr>
            <a:xfrm>
              <a:off x="674910" y="756557"/>
              <a:ext cx="10787743" cy="53448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094854-4001-E46E-E969-FB8F81338317}"/>
                </a:ext>
              </a:extLst>
            </p:cNvPr>
            <p:cNvSpPr txBox="1"/>
            <p:nvPr/>
          </p:nvSpPr>
          <p:spPr>
            <a:xfrm>
              <a:off x="1750168" y="1503000"/>
              <a:ext cx="8637223" cy="31085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EXCEL PROJECT</a:t>
              </a:r>
            </a:p>
            <a:p>
              <a:endParaRPr lang="en-IN" sz="28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endParaRPr lang="en-IN" sz="28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pPr algn="ctr"/>
              <a:r>
                <a:rPr lang="en-IN" sz="28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BANGALORE METRO - DAILY PASSENGER COMMUTE ANALYSIS</a:t>
              </a:r>
            </a:p>
            <a:p>
              <a:pPr algn="ctr"/>
              <a:endParaRPr lang="en-IN" sz="28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6FB29B1-5A26-981A-9CB0-45BE0CDBDC11}"/>
              </a:ext>
            </a:extLst>
          </p:cNvPr>
          <p:cNvSpPr txBox="1"/>
          <p:nvPr/>
        </p:nvSpPr>
        <p:spPr>
          <a:xfrm>
            <a:off x="6436404" y="4473043"/>
            <a:ext cx="4274545" cy="6463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Amasis MT Pro" panose="02040504050005020304" pitchFamily="18" charset="0"/>
              </a:rPr>
              <a:t>Ridership, Stations, Lines &amp; Peak-Hour Analysis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  <a:latin typeface="Amasis MT Pro" panose="02040504050005020304" pitchFamily="18" charset="0"/>
              </a:rPr>
              <a:t>From 3 different tables to a cleaned &amp; organised dashboard</a:t>
            </a:r>
          </a:p>
          <a:p>
            <a:pPr algn="ctr"/>
            <a:endParaRPr lang="en-IN" sz="1200" dirty="0">
              <a:solidFill>
                <a:schemeClr val="bg1"/>
              </a:solidFill>
              <a:latin typeface="Amasis MT Pro" panose="020405040500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034B38-D4BA-E0BF-442A-85C9A615EF6F}"/>
              </a:ext>
            </a:extLst>
          </p:cNvPr>
          <p:cNvGrpSpPr/>
          <p:nvPr/>
        </p:nvGrpSpPr>
        <p:grpSpPr>
          <a:xfrm>
            <a:off x="0" y="0"/>
            <a:ext cx="4465122" cy="6858000"/>
            <a:chOff x="0" y="0"/>
            <a:chExt cx="4465122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5B44943-7411-B3A8-4F70-8BCC313B06B0}"/>
                </a:ext>
              </a:extLst>
            </p:cNvPr>
            <p:cNvSpPr/>
            <p:nvPr/>
          </p:nvSpPr>
          <p:spPr>
            <a:xfrm>
              <a:off x="0" y="0"/>
              <a:ext cx="4465122" cy="685800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  <a:lumMod val="0"/>
                    <a:lumOff val="100000"/>
                  </a:schemeClr>
                </a:gs>
                <a:gs pos="0">
                  <a:srgbClr val="00B0F0"/>
                </a:gs>
                <a:gs pos="100000">
                  <a:srgbClr val="0070C0"/>
                </a:gs>
                <a:gs pos="100000">
                  <a:srgbClr val="0070C0"/>
                </a:gs>
              </a:gsLst>
              <a:lin ang="10800000" scaled="1"/>
              <a:tileRect/>
            </a:gradFill>
            <a:ln>
              <a:solidFill>
                <a:srgbClr val="CCEC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5E0F85-6B9C-6B93-62A3-7DB22C64C792}"/>
                </a:ext>
              </a:extLst>
            </p:cNvPr>
            <p:cNvSpPr txBox="1"/>
            <p:nvPr/>
          </p:nvSpPr>
          <p:spPr>
            <a:xfrm>
              <a:off x="960112" y="1764609"/>
              <a:ext cx="27432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GB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pPr algn="ctr"/>
              <a:r>
                <a:rPr lang="en-GB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PRESENTED BY </a:t>
              </a:r>
            </a:p>
            <a:p>
              <a:pPr algn="ctr"/>
              <a:endParaRPr lang="en-GB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pPr algn="ctr"/>
              <a:r>
                <a:rPr lang="en-GB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AKSHAYA CR</a:t>
              </a:r>
            </a:p>
            <a:p>
              <a:pPr algn="ctr"/>
              <a:r>
                <a:rPr lang="en-GB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(#49663)</a:t>
              </a:r>
            </a:p>
            <a:p>
              <a:pPr algn="ctr"/>
              <a:endParaRPr lang="en-GB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pPr algn="ctr"/>
              <a:r>
                <a:rPr lang="en-GB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DATA SCIENCE &amp; DATA ANALYTICS</a:t>
              </a:r>
            </a:p>
            <a:p>
              <a:pPr algn="ctr"/>
              <a:endParaRPr lang="en-GB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  <a:p>
              <a:pPr algn="ctr"/>
              <a:r>
                <a:rPr lang="en-GB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B330</a:t>
              </a:r>
              <a:endParaRPr lang="en-IN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92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2530309-4EC6-7A10-FC9D-FAF33ADB2257}"/>
              </a:ext>
            </a:extLst>
          </p:cNvPr>
          <p:cNvGrpSpPr/>
          <p:nvPr/>
        </p:nvGrpSpPr>
        <p:grpSpPr>
          <a:xfrm>
            <a:off x="1033774" y="270669"/>
            <a:ext cx="10124452" cy="5899388"/>
            <a:chOff x="581400" y="635913"/>
            <a:chExt cx="10124452" cy="58993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2126888-42E9-4D98-6F4F-2F19A009DC3B}"/>
                </a:ext>
              </a:extLst>
            </p:cNvPr>
            <p:cNvSpPr txBox="1"/>
            <p:nvPr/>
          </p:nvSpPr>
          <p:spPr>
            <a:xfrm>
              <a:off x="4761000" y="635913"/>
              <a:ext cx="1908000" cy="442674"/>
            </a:xfrm>
            <a:prstGeom prst="round2DiagRect">
              <a:avLst/>
            </a:prstGeom>
            <a:solidFill>
              <a:schemeClr val="tx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AGENDA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95E067E-8C9E-2BD4-615E-BE59CA94486E}"/>
                </a:ext>
              </a:extLst>
            </p:cNvPr>
            <p:cNvSpPr txBox="1"/>
            <p:nvPr/>
          </p:nvSpPr>
          <p:spPr>
            <a:xfrm>
              <a:off x="609600" y="982541"/>
              <a:ext cx="3606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sz="3200" dirty="0">
                <a:latin typeface="Amasis MT Pro Black" panose="020F05020202040302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1F44C8-AB7D-B187-67CE-80628FBC751B}"/>
                </a:ext>
              </a:extLst>
            </p:cNvPr>
            <p:cNvSpPr txBox="1"/>
            <p:nvPr/>
          </p:nvSpPr>
          <p:spPr>
            <a:xfrm>
              <a:off x="606999" y="2984910"/>
              <a:ext cx="4693401" cy="1080000"/>
            </a:xfrm>
            <a:prstGeom prst="roundRect">
              <a:avLst/>
            </a:prstGeom>
            <a:solidFill>
              <a:srgbClr val="C7D6EB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56CD8E-A136-46CF-49F1-49515C604D00}"/>
                </a:ext>
              </a:extLst>
            </p:cNvPr>
            <p:cNvSpPr txBox="1"/>
            <p:nvPr/>
          </p:nvSpPr>
          <p:spPr>
            <a:xfrm>
              <a:off x="609600" y="4222331"/>
              <a:ext cx="4690800" cy="1080000"/>
            </a:xfrm>
            <a:prstGeom prst="roundRect">
              <a:avLst/>
            </a:prstGeom>
            <a:solidFill>
              <a:srgbClr val="C7D6EB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23DDD2-02F8-FB03-F355-DD9260052971}"/>
                </a:ext>
              </a:extLst>
            </p:cNvPr>
            <p:cNvSpPr txBox="1"/>
            <p:nvPr/>
          </p:nvSpPr>
          <p:spPr>
            <a:xfrm>
              <a:off x="3492500" y="1544903"/>
              <a:ext cx="4536000" cy="1021556"/>
            </a:xfrm>
            <a:prstGeom prst="roundRect">
              <a:avLst/>
            </a:prstGeom>
            <a:solidFill>
              <a:srgbClr val="C7D6EB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rgbClr val="0070C0"/>
                  </a:solidFill>
                  <a:latin typeface="Amasis MT Pro Black" panose="02040A04050005020304" pitchFamily="18" charset="0"/>
                </a:rPr>
                <a:t>OBJECTIVE &amp; INSIGHTS</a:t>
              </a:r>
            </a:p>
            <a:p>
              <a:pPr algn="ctr"/>
              <a:endParaRPr lang="en-IN" dirty="0">
                <a:solidFill>
                  <a:srgbClr val="0070C0"/>
                </a:solidFill>
                <a:latin typeface="Amasis MT Pro Black" panose="02040A04050005020304" pitchFamily="18" charset="0"/>
              </a:endParaRPr>
            </a:p>
            <a:p>
              <a:pPr algn="ctr"/>
              <a:endParaRPr lang="en-IN" dirty="0">
                <a:solidFill>
                  <a:srgbClr val="0070C0"/>
                </a:solidFill>
                <a:latin typeface="Amasis MT Pro Black" panose="02040A040500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92D67D-0540-9685-F8D8-3F1CB7818D7C}"/>
                </a:ext>
              </a:extLst>
            </p:cNvPr>
            <p:cNvSpPr txBox="1"/>
            <p:nvPr/>
          </p:nvSpPr>
          <p:spPr>
            <a:xfrm>
              <a:off x="3569275" y="5455301"/>
              <a:ext cx="4536000" cy="1080000"/>
            </a:xfrm>
            <a:prstGeom prst="roundRect">
              <a:avLst/>
            </a:prstGeom>
            <a:solidFill>
              <a:srgbClr val="C7D6EB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975AA0-05D0-7878-FFEC-E40B93E740F9}"/>
                </a:ext>
              </a:extLst>
            </p:cNvPr>
            <p:cNvSpPr txBox="1"/>
            <p:nvPr/>
          </p:nvSpPr>
          <p:spPr>
            <a:xfrm>
              <a:off x="6129600" y="4227708"/>
              <a:ext cx="4536000" cy="1080000"/>
            </a:xfrm>
            <a:prstGeom prst="roundRect">
              <a:avLst/>
            </a:prstGeom>
            <a:solidFill>
              <a:srgbClr val="C7D6EB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51293C-B2AC-3957-0DC2-95982568924A}"/>
                </a:ext>
              </a:extLst>
            </p:cNvPr>
            <p:cNvSpPr txBox="1"/>
            <p:nvPr/>
          </p:nvSpPr>
          <p:spPr>
            <a:xfrm>
              <a:off x="6129600" y="3000116"/>
              <a:ext cx="4536000" cy="1080000"/>
            </a:xfrm>
            <a:prstGeom prst="roundRect">
              <a:avLst/>
            </a:prstGeom>
            <a:solidFill>
              <a:srgbClr val="C7D6EB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pic>
          <p:nvPicPr>
            <p:cNvPr id="20" name="Graphic 19" descr="Badge 1 with solid fill">
              <a:extLst>
                <a:ext uri="{FF2B5EF4-FFF2-40B4-BE49-F238E27FC236}">
                  <a16:creationId xmlns:a16="http://schemas.microsoft.com/office/drawing/2014/main" id="{5B7D71BF-AB30-4BF4-B233-B10DCEB1D8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2500" y="172588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Badge with solid fill">
              <a:extLst>
                <a:ext uri="{FF2B5EF4-FFF2-40B4-BE49-F238E27FC236}">
                  <a16:creationId xmlns:a16="http://schemas.microsoft.com/office/drawing/2014/main" id="{32FE1DF3-E082-A87C-16F3-1AE8A96872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1400" y="3082917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Badge 3 with solid fill">
              <a:extLst>
                <a:ext uri="{FF2B5EF4-FFF2-40B4-BE49-F238E27FC236}">
                  <a16:creationId xmlns:a16="http://schemas.microsoft.com/office/drawing/2014/main" id="{338A0915-A67F-90D4-50A6-4AC4CBA4D3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2000" y="4212549"/>
              <a:ext cx="914400" cy="914400"/>
            </a:xfrm>
            <a:prstGeom prst="rect">
              <a:avLst/>
            </a:prstGeom>
          </p:spPr>
        </p:pic>
        <p:pic>
          <p:nvPicPr>
            <p:cNvPr id="28" name="Graphic 27" descr="Badge 5 with solid fill">
              <a:extLst>
                <a:ext uri="{FF2B5EF4-FFF2-40B4-BE49-F238E27FC236}">
                  <a16:creationId xmlns:a16="http://schemas.microsoft.com/office/drawing/2014/main" id="{1EF49A7D-34FB-9B2C-822E-FC89792C39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49294" y="4283468"/>
              <a:ext cx="914400" cy="914400"/>
            </a:xfrm>
            <a:prstGeom prst="rect">
              <a:avLst/>
            </a:prstGeom>
          </p:spPr>
        </p:pic>
        <p:pic>
          <p:nvPicPr>
            <p:cNvPr id="30" name="Graphic 29" descr="Badge 6 with solid fill">
              <a:extLst>
                <a:ext uri="{FF2B5EF4-FFF2-40B4-BE49-F238E27FC236}">
                  <a16:creationId xmlns:a16="http://schemas.microsoft.com/office/drawing/2014/main" id="{97CEEEAD-B815-C367-116E-51BE432085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6926" y="5543169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DC3A59-D60A-DAA9-2858-1114365F6160}"/>
                </a:ext>
              </a:extLst>
            </p:cNvPr>
            <p:cNvSpPr txBox="1"/>
            <p:nvPr/>
          </p:nvSpPr>
          <p:spPr>
            <a:xfrm>
              <a:off x="4406900" y="1998421"/>
              <a:ext cx="30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Amasis MT Pro Light" panose="020F0502020204030204" pitchFamily="18" charset="0"/>
                </a:rPr>
                <a:t>Purpose and pattern planning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B8E5FE9-B14C-49A9-70E6-B9BD1695819B}"/>
                </a:ext>
              </a:extLst>
            </p:cNvPr>
            <p:cNvSpPr txBox="1"/>
            <p:nvPr/>
          </p:nvSpPr>
          <p:spPr>
            <a:xfrm>
              <a:off x="4252689" y="5927763"/>
              <a:ext cx="3736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Amasis MT Pro Light" panose="020F0502020204030204" pitchFamily="18" charset="0"/>
                </a:rPr>
                <a:t>What the pattern tell us?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F119B16-B996-7932-872C-96BF8525BF67}"/>
                </a:ext>
              </a:extLst>
            </p:cNvPr>
            <p:cNvSpPr txBox="1"/>
            <p:nvPr/>
          </p:nvSpPr>
          <p:spPr>
            <a:xfrm>
              <a:off x="7013952" y="4678598"/>
              <a:ext cx="35178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Amasis MT Pro Light" panose="020F0502020204030204" pitchFamily="18" charset="0"/>
                </a:rPr>
                <a:t>Station Overview, Metro Analysis, Lines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4CF5C65-9B45-BF88-ACD8-2DB7949F2B04}"/>
                </a:ext>
              </a:extLst>
            </p:cNvPr>
            <p:cNvSpPr txBox="1"/>
            <p:nvPr/>
          </p:nvSpPr>
          <p:spPr>
            <a:xfrm>
              <a:off x="1348599" y="4617081"/>
              <a:ext cx="37237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Amasis MT Pro Light" panose="020F0502020204030204" pitchFamily="18" charset="0"/>
                </a:rPr>
                <a:t>Power Query steps to join tables, and remove duplicates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F1328A-E718-1A5C-A079-22BE1AD17A2B}"/>
                </a:ext>
              </a:extLst>
            </p:cNvPr>
            <p:cNvSpPr txBox="1"/>
            <p:nvPr/>
          </p:nvSpPr>
          <p:spPr>
            <a:xfrm>
              <a:off x="6636745" y="3418543"/>
              <a:ext cx="38950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Amasis MT Pro Light" panose="020F0502020204030204" pitchFamily="18" charset="0"/>
                </a:rPr>
                <a:t>Which?</a:t>
              </a:r>
            </a:p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Amasis MT Pro Light" panose="020F0502020204030204" pitchFamily="18" charset="0"/>
                </a:rPr>
                <a:t>Charts, Fields, Questions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A11D0D0-3B84-354A-B454-A1C91FC31228}"/>
                </a:ext>
              </a:extLst>
            </p:cNvPr>
            <p:cNvSpPr txBox="1"/>
            <p:nvPr/>
          </p:nvSpPr>
          <p:spPr>
            <a:xfrm>
              <a:off x="1382900" y="3400619"/>
              <a:ext cx="3689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>
                      <a:lumMod val="50000"/>
                    </a:schemeClr>
                  </a:solidFill>
                  <a:latin typeface="Amasis MT Pro Light" panose="020F0502020204030204" pitchFamily="18" charset="0"/>
                </a:rPr>
                <a:t>3 Tables, 100k rows, Bangalore metro dataset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BF4A8A6-FA8A-B009-330A-0A69F74CAF79}"/>
                </a:ext>
              </a:extLst>
            </p:cNvPr>
            <p:cNvSpPr txBox="1"/>
            <p:nvPr/>
          </p:nvSpPr>
          <p:spPr>
            <a:xfrm>
              <a:off x="4558977" y="5543169"/>
              <a:ext cx="30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070C0"/>
                  </a:solidFill>
                  <a:latin typeface="Amasis MT Pro Black" panose="02040A04050005020304" pitchFamily="18" charset="0"/>
                </a:rPr>
                <a:t>KEY INSIGHTS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1CF2875-55CD-DC11-BB02-6B96983CF940}"/>
                </a:ext>
              </a:extLst>
            </p:cNvPr>
            <p:cNvSpPr txBox="1"/>
            <p:nvPr/>
          </p:nvSpPr>
          <p:spPr>
            <a:xfrm>
              <a:off x="6556752" y="4243657"/>
              <a:ext cx="414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070C0"/>
                  </a:solidFill>
                  <a:latin typeface="Amasis MT Pro Black" panose="02040A04050005020304" pitchFamily="18" charset="0"/>
                </a:rPr>
                <a:t>5-PAGE DASHBOARD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C53DF8-B053-1E25-34F4-D8EDA05B0B39}"/>
                </a:ext>
              </a:extLst>
            </p:cNvPr>
            <p:cNvSpPr txBox="1"/>
            <p:nvPr/>
          </p:nvSpPr>
          <p:spPr>
            <a:xfrm>
              <a:off x="1382900" y="4254990"/>
              <a:ext cx="30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rgbClr val="0070C0"/>
                  </a:solidFill>
                  <a:latin typeface="Amasis MT Pro Black" panose="02040A04050005020304" pitchFamily="18" charset="0"/>
                </a:rPr>
                <a:t>DATA CLEANING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E317663-B5F4-21A8-8D95-2F18B0C0319C}"/>
                </a:ext>
              </a:extLst>
            </p:cNvPr>
            <p:cNvSpPr txBox="1"/>
            <p:nvPr/>
          </p:nvSpPr>
          <p:spPr>
            <a:xfrm>
              <a:off x="7119302" y="3086284"/>
              <a:ext cx="3203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070C0"/>
                  </a:solidFill>
                  <a:latin typeface="Amasis MT Pro Black" panose="02040A04050005020304" pitchFamily="18" charset="0"/>
                </a:rPr>
                <a:t>CHART SPECIFICATIONS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52374C5-504B-8AA4-715E-AC4C6C33BA75}"/>
                </a:ext>
              </a:extLst>
            </p:cNvPr>
            <p:cNvSpPr txBox="1"/>
            <p:nvPr/>
          </p:nvSpPr>
          <p:spPr>
            <a:xfrm>
              <a:off x="1382900" y="3039862"/>
              <a:ext cx="30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070C0"/>
                  </a:solidFill>
                  <a:latin typeface="Amasis MT Pro Black" panose="02040A04050005020304" pitchFamily="18" charset="0"/>
                </a:rPr>
                <a:t>DATASET OVERVIEW</a:t>
              </a:r>
            </a:p>
          </p:txBody>
        </p:sp>
      </p:grpSp>
      <p:pic>
        <p:nvPicPr>
          <p:cNvPr id="6" name="Graphic 5" descr="Badge 4 with solid fill">
            <a:extLst>
              <a:ext uri="{FF2B5EF4-FFF2-40B4-BE49-F238E27FC236}">
                <a16:creationId xmlns:a16="http://schemas.microsoft.com/office/drawing/2014/main" id="{A57E9446-E32C-6A55-41DE-9E9330573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1974" y="2690632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97D556-D318-1760-9A68-FE5855DD64C6}"/>
              </a:ext>
            </a:extLst>
          </p:cNvPr>
          <p:cNvSpPr/>
          <p:nvPr/>
        </p:nvSpPr>
        <p:spPr>
          <a:xfrm>
            <a:off x="698500" y="909684"/>
            <a:ext cx="10756900" cy="54657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191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D9AC9B5-BB39-BB1E-62E5-7411CDA5AD16}"/>
              </a:ext>
            </a:extLst>
          </p:cNvPr>
          <p:cNvSpPr txBox="1"/>
          <p:nvPr/>
        </p:nvSpPr>
        <p:spPr>
          <a:xfrm>
            <a:off x="1093439" y="277368"/>
            <a:ext cx="5247577" cy="99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0" kern="1200" spc="-110" baseline="0" dirty="0">
                <a:latin typeface="Amasis MT Pro Black" panose="02040A04050005020304" pitchFamily="18" charset="0"/>
                <a:ea typeface="+mj-ea"/>
                <a:cs typeface="+mj-cs"/>
              </a:rPr>
              <a:t>OBJECTIVE &amp; INSIGHTS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0" kern="1200" spc="-110" baseline="0" dirty="0">
              <a:latin typeface="+mj-lt"/>
              <a:ea typeface="+mj-ea"/>
              <a:cs typeface="+mj-cs"/>
            </a:endParaRPr>
          </a:p>
        </p:txBody>
      </p:sp>
      <p:pic>
        <p:nvPicPr>
          <p:cNvPr id="11" name="Graphic 10" descr="Badge 1 with solid fill">
            <a:extLst>
              <a:ext uri="{FF2B5EF4-FFF2-40B4-BE49-F238E27FC236}">
                <a16:creationId xmlns:a16="http://schemas.microsoft.com/office/drawing/2014/main" id="{858293AA-D5B5-2712-641E-EB7B3DE81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2"/>
            <a:ext cx="900000" cy="900000"/>
          </a:xfrm>
          <a:prstGeom prst="rect">
            <a:avLst/>
          </a:prstGeom>
        </p:spPr>
      </p:pic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B603B1B-9C15-9A8E-E465-900CEA0622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44252" y="1133054"/>
            <a:ext cx="10303495" cy="5054599"/>
          </a:xfrm>
          <a:prstGeom prst="roundRect">
            <a:avLst/>
          </a:prstGeom>
          <a:solidFill>
            <a:srgbClr val="0070C0">
              <a:alpha val="80000"/>
            </a:srgbClr>
          </a:solidFill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Objective</a:t>
            </a:r>
          </a:p>
          <a:p>
            <a:r>
              <a:rPr lang="en-US" dirty="0">
                <a:solidFill>
                  <a:schemeClr val="bg1"/>
                </a:solidFill>
                <a:latin typeface="Amasis MT Pro Black" panose="02040A04050005020304" pitchFamily="18" charset="0"/>
              </a:rPr>
              <a:t>	</a:t>
            </a:r>
            <a:r>
              <a:rPr lang="en-US" sz="1600" b="1" dirty="0">
                <a:solidFill>
                  <a:schemeClr val="bg1"/>
                </a:solidFill>
                <a:latin typeface="Amasis MT Pro" panose="020F0502020204030204" pitchFamily="18" charset="0"/>
              </a:rPr>
              <a:t>Created a 5-page Excel dashboard to understand how people use Bangalore Metro and identify where and when passenger demand is highest, so the data can help with better crowd management and planning.</a:t>
            </a:r>
          </a:p>
          <a:p>
            <a:endParaRPr lang="en-US" sz="2000" b="1" dirty="0">
              <a:solidFill>
                <a:schemeClr val="bg1"/>
              </a:solidFill>
              <a:latin typeface="Amasis MT Pro" panose="020F05020202040302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Key Queries</a:t>
            </a:r>
          </a:p>
          <a:p>
            <a:pPr>
              <a:buClr>
                <a:schemeClr val="tx1"/>
              </a:buClr>
            </a:pPr>
            <a:r>
              <a:rPr lang="en-US" sz="2000" b="1" dirty="0">
                <a:solidFill>
                  <a:schemeClr val="bg1"/>
                </a:solidFill>
                <a:latin typeface="Amasis MT Pro" panose="02040504050005020304" pitchFamily="18" charset="0"/>
              </a:rPr>
              <a:t>        </a:t>
            </a:r>
            <a:r>
              <a:rPr lang="en-US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When does passenger demand reach its highest levels?</a:t>
            </a:r>
          </a:p>
          <a:p>
            <a:pPr>
              <a:buClr>
                <a:schemeClr val="tx1"/>
              </a:buClr>
            </a:pPr>
            <a:r>
              <a:rPr lang="en-US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          Which stations experience the greatest passenger pressure?</a:t>
            </a:r>
          </a:p>
          <a:p>
            <a:pPr>
              <a:buClr>
                <a:schemeClr val="tx1"/>
              </a:buClr>
            </a:pPr>
            <a:r>
              <a:rPr lang="en-US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          How does passenger demand differ between metro lines and interchange stations?</a:t>
            </a:r>
          </a:p>
          <a:p>
            <a:pPr>
              <a:buClr>
                <a:schemeClr val="tx1"/>
              </a:buClr>
            </a:pPr>
            <a:r>
              <a:rPr lang="en-US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          How can these demand patterns support better crowd management and service planning?</a:t>
            </a:r>
          </a:p>
          <a:p>
            <a:pPr>
              <a:buClr>
                <a:schemeClr val="tx1"/>
              </a:buClr>
            </a:pPr>
            <a:endParaRPr lang="en-US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>
              <a:buClr>
                <a:schemeClr val="tx1"/>
              </a:buClr>
            </a:pPr>
            <a:endParaRPr lang="en-US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>
              <a:buClr>
                <a:schemeClr val="tx1"/>
              </a:buClr>
            </a:pPr>
            <a:endParaRPr lang="en-US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>
              <a:buClr>
                <a:schemeClr val="tx1"/>
              </a:buClr>
            </a:pPr>
            <a:endParaRPr lang="en-US" sz="1600" b="1" dirty="0">
              <a:solidFill>
                <a:schemeClr val="bg1"/>
              </a:solidFill>
              <a:latin typeface="Amasis MT Pro" panose="020F0502020204030204" pitchFamily="18" charset="0"/>
            </a:endParaRPr>
          </a:p>
          <a:p>
            <a:pPr>
              <a:buClr>
                <a:schemeClr val="tx1"/>
              </a:buClr>
            </a:pPr>
            <a:endParaRPr lang="en-US" sz="2000" b="1" dirty="0">
              <a:solidFill>
                <a:schemeClr val="bg1"/>
              </a:solidFill>
              <a:latin typeface="Amasis MT Pro" panose="020F05020202040302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B0761E-09B6-9F70-573A-2BC3A3487102}"/>
              </a:ext>
            </a:extLst>
          </p:cNvPr>
          <p:cNvGrpSpPr/>
          <p:nvPr/>
        </p:nvGrpSpPr>
        <p:grpSpPr>
          <a:xfrm>
            <a:off x="1352364" y="3920786"/>
            <a:ext cx="391086" cy="1649302"/>
            <a:chOff x="1109992" y="2907222"/>
            <a:chExt cx="391086" cy="1649302"/>
          </a:xfrm>
          <a:solidFill>
            <a:schemeClr val="bg1"/>
          </a:solidFill>
        </p:grpSpPr>
        <p:pic>
          <p:nvPicPr>
            <p:cNvPr id="17" name="Graphic 16" descr="Badge 1 outline">
              <a:extLst>
                <a:ext uri="{FF2B5EF4-FFF2-40B4-BE49-F238E27FC236}">
                  <a16:creationId xmlns:a16="http://schemas.microsoft.com/office/drawing/2014/main" id="{49718AB1-EC9D-9A72-9197-3930AC14F7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9992" y="2907222"/>
              <a:ext cx="391086" cy="391086"/>
            </a:xfrm>
            <a:prstGeom prst="rect">
              <a:avLst/>
            </a:prstGeom>
          </p:spPr>
        </p:pic>
        <p:pic>
          <p:nvPicPr>
            <p:cNvPr id="20" name="Graphic 19" descr="Badge 4 outline">
              <a:extLst>
                <a:ext uri="{FF2B5EF4-FFF2-40B4-BE49-F238E27FC236}">
                  <a16:creationId xmlns:a16="http://schemas.microsoft.com/office/drawing/2014/main" id="{F41E595F-F61E-DA54-5312-604D8EB77B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9992" y="4165438"/>
              <a:ext cx="391086" cy="391086"/>
            </a:xfrm>
            <a:prstGeom prst="rect">
              <a:avLst/>
            </a:prstGeom>
          </p:spPr>
        </p:pic>
        <p:pic>
          <p:nvPicPr>
            <p:cNvPr id="22" name="Graphic 21" descr="Badge 3 outline">
              <a:extLst>
                <a:ext uri="{FF2B5EF4-FFF2-40B4-BE49-F238E27FC236}">
                  <a16:creationId xmlns:a16="http://schemas.microsoft.com/office/drawing/2014/main" id="{A60EBD9E-9202-CBAC-31AE-3339D76AEC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92" y="3776385"/>
              <a:ext cx="391086" cy="391086"/>
            </a:xfrm>
            <a:prstGeom prst="rect">
              <a:avLst/>
            </a:prstGeom>
          </p:spPr>
        </p:pic>
        <p:pic>
          <p:nvPicPr>
            <p:cNvPr id="24" name="Graphic 23" descr="Badge outline">
              <a:extLst>
                <a:ext uri="{FF2B5EF4-FFF2-40B4-BE49-F238E27FC236}">
                  <a16:creationId xmlns:a16="http://schemas.microsoft.com/office/drawing/2014/main" id="{FF346676-021B-3F35-5A21-C349A465EA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09992" y="3340787"/>
              <a:ext cx="391086" cy="3910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003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0DB79-ACB4-EDAB-04B2-03079FFA48EB}"/>
              </a:ext>
            </a:extLst>
          </p:cNvPr>
          <p:cNvSpPr txBox="1"/>
          <p:nvPr/>
        </p:nvSpPr>
        <p:spPr>
          <a:xfrm>
            <a:off x="1109151" y="295595"/>
            <a:ext cx="5593680" cy="257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0" kern="1200" spc="-110" baseline="0" dirty="0">
                <a:latin typeface="Amasis MT Pro Black" panose="02040A04050005020304" pitchFamily="18" charset="0"/>
                <a:ea typeface="+mj-ea"/>
                <a:cs typeface="+mj-cs"/>
              </a:rPr>
              <a:t>RAW DATASET OVERVIEW</a:t>
            </a:r>
          </a:p>
        </p:txBody>
      </p:sp>
      <p:pic>
        <p:nvPicPr>
          <p:cNvPr id="5" name="Graphic 4" descr="Badge with solid fill">
            <a:extLst>
              <a:ext uri="{FF2B5EF4-FFF2-40B4-BE49-F238E27FC236}">
                <a16:creationId xmlns:a16="http://schemas.microsoft.com/office/drawing/2014/main" id="{CADB33B3-7901-D2C9-9F2A-4012487C46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-1"/>
            <a:ext cx="900000" cy="9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A4B500-F6DC-02F1-BDF0-722595A4653A}"/>
              </a:ext>
            </a:extLst>
          </p:cNvPr>
          <p:cNvSpPr txBox="1"/>
          <p:nvPr/>
        </p:nvSpPr>
        <p:spPr>
          <a:xfrm>
            <a:off x="1259860" y="2764312"/>
            <a:ext cx="3069771" cy="3274159"/>
          </a:xfrm>
          <a:prstGeom prst="roundRect">
            <a:avLst/>
          </a:prstGeom>
          <a:solidFill>
            <a:srgbClr val="79C6FF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masis MT Pro Black" panose="02040A04050005020304" pitchFamily="18" charset="0"/>
              </a:rPr>
              <a:t>STATION HOURLY</a:t>
            </a:r>
          </a:p>
          <a:p>
            <a:endParaRPr lang="en-GB" dirty="0">
              <a:latin typeface="Amasis MT Pro" panose="02040504050005020304" pitchFamily="18" charset="0"/>
            </a:endParaRPr>
          </a:p>
          <a:p>
            <a:r>
              <a:rPr lang="en-GB" sz="1600" dirty="0">
                <a:latin typeface="Amasis MT Pro" panose="02040504050005020304" pitchFamily="18" charset="0"/>
              </a:rPr>
              <a:t>Periodic Table</a:t>
            </a:r>
          </a:p>
          <a:p>
            <a:r>
              <a:rPr lang="en-GB" sz="3600" b="1" dirty="0">
                <a:latin typeface="Amasis MT Pro" panose="02040504050005020304" pitchFamily="18" charset="0"/>
              </a:rPr>
              <a:t>2492</a:t>
            </a:r>
            <a:r>
              <a:rPr lang="en-GB" sz="1600" dirty="0">
                <a:latin typeface="Amasis MT Pro" panose="02040504050005020304" pitchFamily="18" charset="0"/>
              </a:rPr>
              <a:t> rows</a:t>
            </a:r>
          </a:p>
          <a:p>
            <a:r>
              <a:rPr lang="en-GB" sz="1600" dirty="0">
                <a:latin typeface="Amasis MT Pro" panose="02040504050005020304" pitchFamily="18" charset="0"/>
              </a:rPr>
              <a:t>27 columns</a:t>
            </a:r>
          </a:p>
          <a:p>
            <a:endParaRPr lang="en-GB" sz="1600" dirty="0">
              <a:latin typeface="Amasis MT Pro" panose="02040504050005020304" pitchFamily="18" charset="0"/>
            </a:endParaRPr>
          </a:p>
          <a:p>
            <a:r>
              <a:rPr lang="en-GB" sz="1600" dirty="0">
                <a:latin typeface="Amasis MT Pro" panose="02040504050005020304" pitchFamily="18" charset="0"/>
              </a:rPr>
              <a:t>Business Date, Station, </a:t>
            </a:r>
          </a:p>
          <a:p>
            <a:r>
              <a:rPr lang="en-GB" sz="1600" dirty="0">
                <a:latin typeface="Amasis MT Pro" panose="02040504050005020304" pitchFamily="18" charset="0"/>
              </a:rPr>
              <a:t>H00 – H23, Total</a:t>
            </a:r>
          </a:p>
          <a:p>
            <a:endParaRPr lang="en-GB" dirty="0">
              <a:latin typeface="Amasis MT Pro" panose="02040504050005020304" pitchFamily="18" charset="0"/>
            </a:endParaRP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9E51B-EC0E-D743-9BF5-E18992A3BC32}"/>
              </a:ext>
            </a:extLst>
          </p:cNvPr>
          <p:cNvSpPr txBox="1"/>
          <p:nvPr/>
        </p:nvSpPr>
        <p:spPr>
          <a:xfrm>
            <a:off x="4458000" y="1183333"/>
            <a:ext cx="3276000" cy="4277499"/>
          </a:xfrm>
          <a:prstGeom prst="round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masis MT Pro Black" panose="02040A04050005020304" pitchFamily="18" charset="0"/>
              </a:rPr>
              <a:t>STATIONS</a:t>
            </a:r>
          </a:p>
          <a:p>
            <a:endParaRPr lang="en-GB" dirty="0">
              <a:latin typeface="Amasis MT Pro" panose="02040504050005020304" pitchFamily="18" charset="0"/>
            </a:endParaRPr>
          </a:p>
          <a:p>
            <a:r>
              <a:rPr lang="en-GB" sz="1600" dirty="0">
                <a:latin typeface="Amasis MT Pro" panose="02040504050005020304" pitchFamily="18" charset="0"/>
              </a:rPr>
              <a:t>Fact less Fact Table</a:t>
            </a:r>
          </a:p>
          <a:p>
            <a:r>
              <a:rPr lang="en-GB" sz="3600" b="1" dirty="0">
                <a:latin typeface="Amasis MT Pro" panose="02040504050005020304" pitchFamily="18" charset="0"/>
              </a:rPr>
              <a:t>85</a:t>
            </a:r>
            <a:r>
              <a:rPr lang="en-GB" sz="1600" b="1" dirty="0">
                <a:latin typeface="Amasis MT Pro" panose="02040504050005020304" pitchFamily="18" charset="0"/>
              </a:rPr>
              <a:t> </a:t>
            </a:r>
            <a:r>
              <a:rPr lang="en-GB" sz="1600" dirty="0">
                <a:latin typeface="Amasis MT Pro" panose="02040504050005020304" pitchFamily="18" charset="0"/>
              </a:rPr>
              <a:t>rows</a:t>
            </a:r>
          </a:p>
          <a:p>
            <a:r>
              <a:rPr lang="en-GB" sz="1600" dirty="0">
                <a:latin typeface="Amasis MT Pro" panose="02040504050005020304" pitchFamily="18" charset="0"/>
              </a:rPr>
              <a:t>10 columns</a:t>
            </a:r>
          </a:p>
          <a:p>
            <a:endParaRPr lang="en-GB" sz="1600" dirty="0">
              <a:latin typeface="Amasis MT Pro" panose="02040504050005020304" pitchFamily="18" charset="0"/>
            </a:endParaRPr>
          </a:p>
          <a:p>
            <a:r>
              <a:rPr lang="en-GB" sz="1600" dirty="0" err="1">
                <a:latin typeface="Amasis MT Pro" panose="02040504050005020304" pitchFamily="18" charset="0"/>
              </a:rPr>
              <a:t>Station_code</a:t>
            </a:r>
            <a:r>
              <a:rPr lang="en-GB" sz="1600" dirty="0">
                <a:latin typeface="Amasis MT Pro" panose="02040504050005020304" pitchFamily="18" charset="0"/>
              </a:rPr>
              <a:t>, </a:t>
            </a:r>
            <a:r>
              <a:rPr lang="en-GB" sz="1600" dirty="0" err="1">
                <a:latin typeface="Amasis MT Pro" panose="02040504050005020304" pitchFamily="18" charset="0"/>
              </a:rPr>
              <a:t>Station_name</a:t>
            </a:r>
            <a:r>
              <a:rPr lang="en-GB" sz="1600" dirty="0">
                <a:latin typeface="Amasis MT Pro" panose="02040504050005020304" pitchFamily="18" charset="0"/>
              </a:rPr>
              <a:t>, Sequence, </a:t>
            </a:r>
            <a:r>
              <a:rPr lang="en-GB" sz="1600" dirty="0" err="1">
                <a:latin typeface="Amasis MT Pro" panose="02040504050005020304" pitchFamily="18" charset="0"/>
              </a:rPr>
              <a:t>Is_interchange</a:t>
            </a:r>
            <a:r>
              <a:rPr lang="en-GB" sz="1600" dirty="0">
                <a:latin typeface="Amasis MT Pro" panose="02040504050005020304" pitchFamily="18" charset="0"/>
              </a:rPr>
              <a:t>, </a:t>
            </a:r>
            <a:r>
              <a:rPr lang="en-GB" sz="1600" dirty="0" err="1">
                <a:latin typeface="Amasis MT Pro" panose="02040504050005020304" pitchFamily="18" charset="0"/>
              </a:rPr>
              <a:t>Next_station_code</a:t>
            </a:r>
            <a:r>
              <a:rPr lang="en-GB" sz="1600" dirty="0">
                <a:latin typeface="Amasis MT Pro" panose="02040504050005020304" pitchFamily="18" charset="0"/>
              </a:rPr>
              <a:t>, latitude, longitude, </a:t>
            </a:r>
            <a:r>
              <a:rPr lang="en-GB" sz="1600" dirty="0" err="1">
                <a:latin typeface="Amasis MT Pro" panose="02040504050005020304" pitchFamily="18" charset="0"/>
              </a:rPr>
              <a:t>distance_to_next_km</a:t>
            </a:r>
            <a:r>
              <a:rPr lang="en-GB" sz="1600" dirty="0">
                <a:latin typeface="Amasis MT Pro" panose="02040504050005020304" pitchFamily="18" charset="0"/>
              </a:rPr>
              <a:t>, </a:t>
            </a:r>
            <a:r>
              <a:rPr lang="en-GB" sz="1600" dirty="0" err="1">
                <a:latin typeface="Amasis MT Pro" panose="02040504050005020304" pitchFamily="18" charset="0"/>
              </a:rPr>
              <a:t>line_color</a:t>
            </a:r>
            <a:endParaRPr lang="en-GB" sz="1600" dirty="0">
              <a:latin typeface="Amasis MT Pro" panose="02040504050005020304" pitchFamily="18" charset="0"/>
            </a:endParaRPr>
          </a:p>
          <a:p>
            <a:endParaRPr lang="en-GB" dirty="0">
              <a:latin typeface="Amasis MT Pro" panose="02040504050005020304" pitchFamily="18" charset="0"/>
            </a:endParaRP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EC8FAB-ACF4-6D61-93C4-8133700961AC}"/>
              </a:ext>
            </a:extLst>
          </p:cNvPr>
          <p:cNvSpPr txBox="1"/>
          <p:nvPr/>
        </p:nvSpPr>
        <p:spPr>
          <a:xfrm>
            <a:off x="7862370" y="2764312"/>
            <a:ext cx="3204000" cy="3240000"/>
          </a:xfrm>
          <a:prstGeom prst="roundRect">
            <a:avLst/>
          </a:prstGeom>
          <a:solidFill>
            <a:srgbClr val="79C6FF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masis MT Pro Black" panose="02040A04050005020304" pitchFamily="18" charset="0"/>
              </a:rPr>
              <a:t>RIDERSHIP</a:t>
            </a:r>
          </a:p>
          <a:p>
            <a:endParaRPr lang="en-GB" dirty="0">
              <a:latin typeface="Amasis MT Pro" panose="02040504050005020304" pitchFamily="18" charset="0"/>
            </a:endParaRPr>
          </a:p>
          <a:p>
            <a:r>
              <a:rPr lang="en-GB" sz="1600" dirty="0">
                <a:latin typeface="Amasis MT Pro" panose="02040504050005020304" pitchFamily="18" charset="0"/>
              </a:rPr>
              <a:t>Transactional Fact Table</a:t>
            </a:r>
          </a:p>
          <a:p>
            <a:r>
              <a:rPr lang="en-GB" sz="3600" b="1" dirty="0">
                <a:latin typeface="Amasis MT Pro" panose="02040504050005020304" pitchFamily="18" charset="0"/>
              </a:rPr>
              <a:t>439</a:t>
            </a:r>
            <a:r>
              <a:rPr lang="en-GB" sz="1600" b="1" dirty="0">
                <a:latin typeface="Amasis MT Pro" panose="02040504050005020304" pitchFamily="18" charset="0"/>
              </a:rPr>
              <a:t> </a:t>
            </a:r>
            <a:r>
              <a:rPr lang="en-GB" sz="1600" dirty="0">
                <a:latin typeface="Amasis MT Pro" panose="02040504050005020304" pitchFamily="18" charset="0"/>
              </a:rPr>
              <a:t>rows</a:t>
            </a:r>
          </a:p>
          <a:p>
            <a:r>
              <a:rPr lang="en-GB" sz="1600" dirty="0">
                <a:latin typeface="Amasis MT Pro" panose="02040504050005020304" pitchFamily="18" charset="0"/>
              </a:rPr>
              <a:t>11 columns</a:t>
            </a:r>
          </a:p>
          <a:p>
            <a:endParaRPr lang="en-GB" sz="1600" dirty="0">
              <a:latin typeface="Amasis MT Pro" panose="02040504050005020304" pitchFamily="18" charset="0"/>
            </a:endParaRPr>
          </a:p>
          <a:p>
            <a:r>
              <a:rPr lang="en-GB" sz="1600" dirty="0">
                <a:latin typeface="Amasis MT Pro" panose="02040504050005020304" pitchFamily="18" charset="0"/>
              </a:rPr>
              <a:t>Record Date, Day of Week, Traffic Band, Smart Cards, NCMC, Commute, Tokens, QR, Group Ticket, Casual, Total</a:t>
            </a:r>
          </a:p>
          <a:p>
            <a:endParaRPr lang="en-GB" dirty="0">
              <a:latin typeface="Amasis MT Pro" panose="02040504050005020304" pitchFamily="18" charset="0"/>
            </a:endParaRP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824976-1D23-8352-3FF5-77DEBA5ADCD7}"/>
              </a:ext>
            </a:extLst>
          </p:cNvPr>
          <p:cNvSpPr txBox="1"/>
          <p:nvPr/>
        </p:nvSpPr>
        <p:spPr>
          <a:xfrm>
            <a:off x="1109151" y="746110"/>
            <a:ext cx="846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Amasis MT Pro" panose="02040504050005020304" pitchFamily="18" charset="0"/>
              </a:rPr>
              <a:t>Three connected CSV Tables joined by Date and Stations</a:t>
            </a:r>
            <a:endParaRPr lang="en-IN" sz="1400" dirty="0">
              <a:solidFill>
                <a:schemeClr val="tx2">
                  <a:lumMod val="50000"/>
                  <a:lumOff val="50000"/>
                </a:schemeClr>
              </a:solidFill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46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7C9B8-1CEE-F981-692A-E50F2A6F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F8FF3-4C39-FDFA-E929-EBEFE6D64AA1}"/>
              </a:ext>
            </a:extLst>
          </p:cNvPr>
          <p:cNvSpPr txBox="1"/>
          <p:nvPr/>
        </p:nvSpPr>
        <p:spPr>
          <a:xfrm>
            <a:off x="1175420" y="297914"/>
            <a:ext cx="6338084" cy="720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0" kern="1200" spc="-110" baseline="0" dirty="0">
                <a:latin typeface="Amasis MT Pro Black" panose="02040A04050005020304" pitchFamily="18" charset="0"/>
                <a:ea typeface="+mj-ea"/>
                <a:cs typeface="+mj-cs"/>
              </a:rPr>
              <a:t>CLEANED DATASET OVERVIEW</a:t>
            </a:r>
          </a:p>
        </p:txBody>
      </p:sp>
      <p:pic>
        <p:nvPicPr>
          <p:cNvPr id="5" name="Graphic 4" descr="Badge with solid fill">
            <a:extLst>
              <a:ext uri="{FF2B5EF4-FFF2-40B4-BE49-F238E27FC236}">
                <a16:creationId xmlns:a16="http://schemas.microsoft.com/office/drawing/2014/main" id="{3BA446F9-17FD-094A-9CB0-8D3972505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-1"/>
            <a:ext cx="900000" cy="90000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00ED36B-6F6B-8FAA-953B-5D427196DD2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52327165"/>
              </p:ext>
            </p:extLst>
          </p:nvPr>
        </p:nvGraphicFramePr>
        <p:xfrm>
          <a:off x="847429" y="1094658"/>
          <a:ext cx="8376203" cy="5372580"/>
        </p:xfrm>
        <a:graphic>
          <a:graphicData uri="http://schemas.openxmlformats.org/drawingml/2006/table">
            <a:tbl>
              <a:tblPr firstRow="1" firstCol="1" bandRow="1" bandCol="1">
                <a:tableStyleId>{9D7B26C5-4107-4FEC-AEDC-1716B250A1EF}</a:tableStyleId>
              </a:tblPr>
              <a:tblGrid>
                <a:gridCol w="1835429">
                  <a:extLst>
                    <a:ext uri="{9D8B030D-6E8A-4147-A177-3AD203B41FA5}">
                      <a16:colId xmlns:a16="http://schemas.microsoft.com/office/drawing/2014/main" val="519805906"/>
                    </a:ext>
                  </a:extLst>
                </a:gridCol>
                <a:gridCol w="2396552">
                  <a:extLst>
                    <a:ext uri="{9D8B030D-6E8A-4147-A177-3AD203B41FA5}">
                      <a16:colId xmlns:a16="http://schemas.microsoft.com/office/drawing/2014/main" val="2182593645"/>
                    </a:ext>
                  </a:extLst>
                </a:gridCol>
                <a:gridCol w="4144222">
                  <a:extLst>
                    <a:ext uri="{9D8B030D-6E8A-4147-A177-3AD203B41FA5}">
                      <a16:colId xmlns:a16="http://schemas.microsoft.com/office/drawing/2014/main" val="3714526640"/>
                    </a:ext>
                  </a:extLst>
                </a:gridCol>
              </a:tblGrid>
              <a:tr h="25867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COLUMN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70C0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DATA TYPE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0C0">
                        <a:alpha val="5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012931"/>
                  </a:ext>
                </a:extLst>
              </a:tr>
              <a:tr h="258675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Station Name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Name of the metro station.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488869"/>
                  </a:ext>
                </a:extLst>
              </a:tr>
              <a:tr h="34909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Hour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The time period when the commute started.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19637"/>
                  </a:ext>
                </a:extLst>
              </a:tr>
              <a:tr h="34909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Total by hour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Whole Number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Number of passengers recorded during that time.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011052"/>
                  </a:ext>
                </a:extLst>
              </a:tr>
              <a:tr h="439747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Line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Metro line associated with the station, such as purple, green, yellow.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998467"/>
                  </a:ext>
                </a:extLst>
              </a:tr>
              <a:tr h="34909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Whole Number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Position of the station along the metro’s route.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661631"/>
                  </a:ext>
                </a:extLst>
              </a:tr>
              <a:tr h="643063"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tx1"/>
                          </a:solidFill>
                        </a:rPr>
                        <a:t>Is_interchange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Indicates whether the station is an interchange or not. </a:t>
                      </a:r>
                    </a:p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 = interchange, 0 = </a:t>
                      </a:r>
                      <a:r>
                        <a:rPr lang="en-IN" sz="1400" dirty="0" err="1">
                          <a:solidFill>
                            <a:schemeClr val="tx1"/>
                          </a:solidFill>
                        </a:rPr>
                        <a:t>non_interchange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588665"/>
                  </a:ext>
                </a:extLst>
              </a:tr>
              <a:tr h="34909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Record Date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Date on which passenger’s activity was recorded.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464039"/>
                  </a:ext>
                </a:extLst>
              </a:tr>
              <a:tr h="34909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Day of week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Day corresponding to the record date.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758056"/>
                  </a:ext>
                </a:extLst>
              </a:tr>
              <a:tr h="34909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Traffic Band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Category describing the pattern of the day.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054927"/>
                  </a:ext>
                </a:extLst>
              </a:tr>
              <a:tr h="34909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Payment Mode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Method through which transactions were made.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763425"/>
                  </a:ext>
                </a:extLst>
              </a:tr>
              <a:tr h="49607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Total Amount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Whole Number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Total monetary amount associated with the corresponding record date and payment category.</a:t>
                      </a:r>
                      <a:endParaRPr lang="en-IN" sz="1400" dirty="0">
                        <a:solidFill>
                          <a:schemeClr val="tx1"/>
                        </a:solidFill>
                        <a:latin typeface="Amasis MT Pro" panose="02040504050005020304" pitchFamily="18" charset="0"/>
                      </a:endParaRPr>
                    </a:p>
                  </a:txBody>
                  <a:tcPr>
                    <a:solidFill>
                      <a:srgbClr val="C7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8098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DAD067-CC20-B60F-BFF2-EA0900480F45}"/>
              </a:ext>
            </a:extLst>
          </p:cNvPr>
          <p:cNvSpPr txBox="1"/>
          <p:nvPr/>
        </p:nvSpPr>
        <p:spPr>
          <a:xfrm>
            <a:off x="9373518" y="1081958"/>
            <a:ext cx="2310482" cy="2884825"/>
          </a:xfrm>
          <a:prstGeom prst="roundRect">
            <a:avLst/>
          </a:prstGeom>
          <a:solidFill>
            <a:srgbClr val="0070C0">
              <a:alpha val="82000"/>
            </a:srgb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masis MT Pro" panose="02040504050005020304" pitchFamily="18" charset="0"/>
              </a:rPr>
              <a:t>Cleaned Data Snapshot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sz="2800" dirty="0">
                <a:solidFill>
                  <a:schemeClr val="bg1"/>
                </a:solidFill>
                <a:latin typeface="Amasis MT Pro Black" panose="02040A04050005020304" pitchFamily="18" charset="0"/>
              </a:rPr>
              <a:t>169344 R x</a:t>
            </a:r>
          </a:p>
          <a:p>
            <a:pPr algn="ctr"/>
            <a:r>
              <a:rPr lang="en-GB" sz="2800" dirty="0">
                <a:solidFill>
                  <a:schemeClr val="bg1"/>
                </a:solidFill>
                <a:latin typeface="Amasis MT Pro Black" panose="02040A04050005020304" pitchFamily="18" charset="0"/>
              </a:rPr>
              <a:t>11 C</a:t>
            </a:r>
          </a:p>
          <a:p>
            <a:pPr algn="ctr"/>
            <a:r>
              <a:rPr lang="en-GB" sz="1200" b="1" dirty="0">
                <a:solidFill>
                  <a:schemeClr val="bg1"/>
                </a:solidFill>
              </a:rPr>
              <a:t>Clean &amp; structured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3B448-CC68-737A-66C6-73F3F19D93D4}"/>
              </a:ext>
            </a:extLst>
          </p:cNvPr>
          <p:cNvSpPr/>
          <p:nvPr/>
        </p:nvSpPr>
        <p:spPr>
          <a:xfrm>
            <a:off x="9373518" y="5194152"/>
            <a:ext cx="451691" cy="43026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5FD1DB-EC71-AB02-0DDC-73385E41B4E4}"/>
              </a:ext>
            </a:extLst>
          </p:cNvPr>
          <p:cNvSpPr/>
          <p:nvPr/>
        </p:nvSpPr>
        <p:spPr>
          <a:xfrm>
            <a:off x="10291303" y="5194152"/>
            <a:ext cx="451691" cy="43026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02C32D-0FFD-B1A4-C2CA-8EE4D2D1C01B}"/>
              </a:ext>
            </a:extLst>
          </p:cNvPr>
          <p:cNvSpPr/>
          <p:nvPr/>
        </p:nvSpPr>
        <p:spPr>
          <a:xfrm>
            <a:off x="11309225" y="5194152"/>
            <a:ext cx="451691" cy="430260"/>
          </a:xfrm>
          <a:prstGeom prst="ellipse">
            <a:avLst/>
          </a:prstGeom>
          <a:solidFill>
            <a:srgbClr val="FFC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851A4-8FA8-BC28-A32A-5F9D9C6CDBF1}"/>
              </a:ext>
            </a:extLst>
          </p:cNvPr>
          <p:cNvSpPr/>
          <p:nvPr/>
        </p:nvSpPr>
        <p:spPr>
          <a:xfrm>
            <a:off x="847429" y="1094657"/>
            <a:ext cx="8376203" cy="537258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505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adge 3 with solid fill">
            <a:extLst>
              <a:ext uri="{FF2B5EF4-FFF2-40B4-BE49-F238E27FC236}">
                <a16:creationId xmlns:a16="http://schemas.microsoft.com/office/drawing/2014/main" id="{81935494-1CD1-1645-0CB4-296BE3BC4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834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70F86F-B650-BBFF-277D-80813EC64A22}"/>
              </a:ext>
            </a:extLst>
          </p:cNvPr>
          <p:cNvSpPr txBox="1"/>
          <p:nvPr/>
        </p:nvSpPr>
        <p:spPr>
          <a:xfrm>
            <a:off x="571500" y="189469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masis MT Pro Black" panose="02040A04050005020304" pitchFamily="18" charset="0"/>
              </a:rPr>
              <a:t>DATA</a:t>
            </a:r>
            <a:r>
              <a:rPr lang="en-IN" sz="2800" dirty="0">
                <a:solidFill>
                  <a:schemeClr val="bg1"/>
                </a:solidFill>
                <a:latin typeface="Amasis MT Pro Black" panose="02040A04050005020304" pitchFamily="18" charset="0"/>
              </a:rPr>
              <a:t> </a:t>
            </a:r>
            <a:r>
              <a:rPr lang="en-IN" sz="2800" dirty="0">
                <a:latin typeface="Amasis MT Pro Black" panose="02040A04050005020304" pitchFamily="18" charset="0"/>
              </a:rPr>
              <a:t>CLEANING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911983-2724-125E-80A3-BC05B89211DD}"/>
              </a:ext>
            </a:extLst>
          </p:cNvPr>
          <p:cNvSpPr txBox="1"/>
          <p:nvPr/>
        </p:nvSpPr>
        <p:spPr>
          <a:xfrm>
            <a:off x="741113" y="966855"/>
            <a:ext cx="5368887" cy="2646878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masis MT Pro" panose="02040504050005020304" pitchFamily="18" charset="0"/>
              </a:rPr>
              <a:t>TABLE 1 : Station Hourly.CSV</a:t>
            </a:r>
          </a:p>
          <a:p>
            <a:r>
              <a:rPr lang="en-GB" dirty="0">
                <a:latin typeface="Amasis MT Pro" panose="02040504050005020304" pitchFamily="18" charset="0"/>
              </a:rPr>
              <a:t>	</a:t>
            </a:r>
            <a:r>
              <a:rPr lang="en-GB" sz="1400" dirty="0">
                <a:latin typeface="Amasis MT Pro" panose="02040504050005020304" pitchFamily="18" charset="0"/>
              </a:rPr>
              <a:t>Split Station column by delimiter</a:t>
            </a:r>
          </a:p>
          <a:p>
            <a:endParaRPr lang="en-GB" sz="1400" dirty="0">
              <a:latin typeface="Amasis MT Pro" panose="02040504050005020304" pitchFamily="18" charset="0"/>
            </a:endParaRPr>
          </a:p>
          <a:p>
            <a:r>
              <a:rPr lang="en-IN" sz="1400" dirty="0">
                <a:latin typeface="Amasis MT Pro" panose="02040504050005020304" pitchFamily="18" charset="0"/>
              </a:rPr>
              <a:t>	Change column header &amp; remove Station.1 column</a:t>
            </a:r>
          </a:p>
          <a:p>
            <a:endParaRPr lang="en-IN" sz="1400" dirty="0">
              <a:latin typeface="Amasis MT Pro" panose="02040504050005020304" pitchFamily="18" charset="0"/>
            </a:endParaRPr>
          </a:p>
          <a:p>
            <a:r>
              <a:rPr lang="en-IN" sz="1400" dirty="0">
                <a:latin typeface="Amasis MT Pro" panose="02040504050005020304" pitchFamily="18" charset="0"/>
              </a:rPr>
              <a:t>	Find and replace the misspelled station names.</a:t>
            </a:r>
          </a:p>
          <a:p>
            <a:endParaRPr lang="en-IN" sz="1400" dirty="0">
              <a:latin typeface="Amasis MT Pro" panose="02040504050005020304" pitchFamily="18" charset="0"/>
            </a:endParaRPr>
          </a:p>
          <a:p>
            <a:r>
              <a:rPr lang="en-IN" sz="1400" dirty="0">
                <a:latin typeface="Amasis MT Pro" panose="02040504050005020304" pitchFamily="18" charset="0"/>
              </a:rPr>
              <a:t>	Select and pivot columns H00 to H23 &amp; change headers.</a:t>
            </a:r>
          </a:p>
          <a:p>
            <a:endParaRPr lang="en-IN" sz="1400" dirty="0">
              <a:latin typeface="Amasis MT Pro" panose="02040504050005020304" pitchFamily="18" charset="0"/>
            </a:endParaRPr>
          </a:p>
          <a:p>
            <a:r>
              <a:rPr lang="en-IN" sz="1400" dirty="0">
                <a:latin typeface="Amasis MT Pro" panose="02040504050005020304" pitchFamily="18" charset="0"/>
              </a:rPr>
              <a:t>	Apply filter to find peak hours </a:t>
            </a:r>
          </a:p>
          <a:p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8999A-CA3E-1B31-63DF-32D0B395DC7C}"/>
              </a:ext>
            </a:extLst>
          </p:cNvPr>
          <p:cNvSpPr txBox="1"/>
          <p:nvPr/>
        </p:nvSpPr>
        <p:spPr>
          <a:xfrm>
            <a:off x="6110000" y="1274631"/>
            <a:ext cx="3025966" cy="2339102"/>
          </a:xfrm>
          <a:prstGeom prst="rect">
            <a:avLst/>
          </a:prstGeom>
          <a:solidFill>
            <a:srgbClr val="99CCFF"/>
          </a:solidFill>
          <a:ln w="571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masis MT Pro" panose="02040504050005020304" pitchFamily="18" charset="0"/>
              </a:rPr>
              <a:t>TABLE 3 : Ridership.CSV</a:t>
            </a:r>
          </a:p>
          <a:p>
            <a:r>
              <a:rPr lang="en-GB" dirty="0">
                <a:latin typeface="Amasis MT Pro" panose="02040504050005020304" pitchFamily="18" charset="0"/>
              </a:rPr>
              <a:t>	</a:t>
            </a:r>
            <a:r>
              <a:rPr lang="en-GB" sz="1400" dirty="0">
                <a:latin typeface="Amasis MT Pro" panose="02040504050005020304" pitchFamily="18" charset="0"/>
              </a:rPr>
              <a:t>Pivot columns by selecting Casual, Group Ticket, QR, 	Tokens, 	Commute, NCMC, Smart Cards columns</a:t>
            </a:r>
          </a:p>
          <a:p>
            <a:endParaRPr lang="en-GB" sz="1400" dirty="0">
              <a:latin typeface="Amasis MT Pro" panose="02040504050005020304" pitchFamily="18" charset="0"/>
            </a:endParaRPr>
          </a:p>
          <a:p>
            <a:r>
              <a:rPr lang="en-GB" sz="1400" dirty="0">
                <a:latin typeface="Amasis MT Pro" panose="02040504050005020304" pitchFamily="18" charset="0"/>
              </a:rPr>
              <a:t>	Rename Headers { Attribute to Payment Mode &amp; Values 	to Total 	Amount }</a:t>
            </a:r>
          </a:p>
          <a:p>
            <a:r>
              <a:rPr lang="en-GB" sz="1200" dirty="0">
                <a:latin typeface="Amasis MT Pro" panose="02040504050005020304" pitchFamily="18" charset="0"/>
              </a:rPr>
              <a:t>	</a:t>
            </a:r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EAA9B-4060-2467-FBC9-2BA82FA6C76E}"/>
              </a:ext>
            </a:extLst>
          </p:cNvPr>
          <p:cNvSpPr txBox="1"/>
          <p:nvPr/>
        </p:nvSpPr>
        <p:spPr>
          <a:xfrm>
            <a:off x="3050000" y="3618721"/>
            <a:ext cx="3060000" cy="1723549"/>
          </a:xfrm>
          <a:prstGeom prst="rect">
            <a:avLst/>
          </a:prstGeom>
          <a:solidFill>
            <a:srgbClr val="CCECFF"/>
          </a:solidFill>
          <a:ln w="571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masis MT Pro" panose="02040504050005020304" pitchFamily="18" charset="0"/>
              </a:rPr>
              <a:t>TABLE 2 : Stations.CSV</a:t>
            </a:r>
          </a:p>
          <a:p>
            <a:r>
              <a:rPr lang="en-GB" dirty="0">
                <a:latin typeface="Amasis MT Pro" panose="02040504050005020304" pitchFamily="18" charset="0"/>
              </a:rPr>
              <a:t>	</a:t>
            </a:r>
            <a:r>
              <a:rPr lang="en-GB" sz="1400" dirty="0">
                <a:latin typeface="Amasis MT Pro" panose="02040504050005020304" pitchFamily="18" charset="0"/>
              </a:rPr>
              <a:t>Remove unwanted columns { </a:t>
            </a:r>
            <a:r>
              <a:rPr lang="en-GB" sz="1400" dirty="0" err="1">
                <a:latin typeface="Amasis MT Pro" panose="02040504050005020304" pitchFamily="18" charset="0"/>
              </a:rPr>
              <a:t>Station_code</a:t>
            </a:r>
            <a:r>
              <a:rPr lang="en-GB" sz="1400" dirty="0">
                <a:latin typeface="Amasis MT Pro" panose="02040504050005020304" pitchFamily="18" charset="0"/>
              </a:rPr>
              <a:t>, 	</a:t>
            </a:r>
            <a:r>
              <a:rPr lang="en-GB" sz="1400" dirty="0" err="1">
                <a:latin typeface="Amasis MT Pro" panose="02040504050005020304" pitchFamily="18" charset="0"/>
              </a:rPr>
              <a:t>Next_station_code</a:t>
            </a:r>
            <a:r>
              <a:rPr lang="en-GB" sz="1400" dirty="0">
                <a:latin typeface="Amasis MT Pro" panose="02040504050005020304" pitchFamily="18" charset="0"/>
              </a:rPr>
              <a:t>, latitude, longitude, 	</a:t>
            </a:r>
            <a:r>
              <a:rPr lang="en-GB" sz="1400" dirty="0" err="1">
                <a:latin typeface="Amasis MT Pro" panose="02040504050005020304" pitchFamily="18" charset="0"/>
              </a:rPr>
              <a:t>distance_to_next_km</a:t>
            </a:r>
            <a:r>
              <a:rPr lang="en-GB" sz="1400" dirty="0">
                <a:latin typeface="Amasis MT Pro" panose="02040504050005020304" pitchFamily="18" charset="0"/>
              </a:rPr>
              <a:t>, </a:t>
            </a:r>
            <a:r>
              <a:rPr lang="en-GB" sz="1400" dirty="0" err="1">
                <a:latin typeface="Amasis MT Pro" panose="02040504050005020304" pitchFamily="18" charset="0"/>
              </a:rPr>
              <a:t>line_color</a:t>
            </a:r>
            <a:r>
              <a:rPr lang="en-GB" sz="1400" dirty="0">
                <a:latin typeface="Amasis MT Pro" panose="02040504050005020304" pitchFamily="18" charset="0"/>
              </a:rPr>
              <a:t> }</a:t>
            </a:r>
            <a:endParaRPr lang="en-IN" sz="1400" dirty="0">
              <a:latin typeface="Amasis MT Pro" panose="020405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552A35-4AB7-0BE4-3452-21DF92584E24}"/>
              </a:ext>
            </a:extLst>
          </p:cNvPr>
          <p:cNvSpPr txBox="1"/>
          <p:nvPr/>
        </p:nvSpPr>
        <p:spPr>
          <a:xfrm>
            <a:off x="6110000" y="3615724"/>
            <a:ext cx="5148000" cy="2154436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masis MT Pro" panose="02040504050005020304" pitchFamily="18" charset="0"/>
              </a:rPr>
              <a:t>Merge Queries</a:t>
            </a:r>
          </a:p>
          <a:p>
            <a:endParaRPr lang="en-GB" b="1" dirty="0">
              <a:latin typeface="Amasis MT Pro" panose="02040504050005020304" pitchFamily="18" charset="0"/>
            </a:endParaRPr>
          </a:p>
          <a:p>
            <a:pPr lvl="1"/>
            <a:r>
              <a:rPr lang="en-GB" sz="1400" dirty="0">
                <a:latin typeface="Amasis MT Pro" panose="02040504050005020304" pitchFamily="18" charset="0"/>
              </a:rPr>
              <a:t>Merge Table 1 and Table 2 by station names using full join.</a:t>
            </a:r>
          </a:p>
          <a:p>
            <a:pPr lvl="1"/>
            <a:r>
              <a:rPr lang="en-GB" sz="1400" dirty="0">
                <a:latin typeface="Amasis MT Pro" panose="02040504050005020304" pitchFamily="18" charset="0"/>
              </a:rPr>
              <a:t> </a:t>
            </a:r>
          </a:p>
          <a:p>
            <a:pPr lvl="1"/>
            <a:r>
              <a:rPr lang="en-GB" sz="1400" dirty="0">
                <a:latin typeface="Amasis MT Pro" panose="02040504050005020304" pitchFamily="18" charset="0"/>
              </a:rPr>
              <a:t>Remove duplicate columns </a:t>
            </a:r>
          </a:p>
          <a:p>
            <a:pPr lvl="1"/>
            <a:endParaRPr lang="en-GB" sz="1400" dirty="0">
              <a:latin typeface="Amasis MT Pro" panose="02040504050005020304" pitchFamily="18" charset="0"/>
            </a:endParaRPr>
          </a:p>
          <a:p>
            <a:pPr lvl="1"/>
            <a:r>
              <a:rPr lang="en-GB" sz="1400" dirty="0">
                <a:latin typeface="Amasis MT Pro" panose="02040504050005020304" pitchFamily="18" charset="0"/>
              </a:rPr>
              <a:t>Merge the resultant column with table 3 by date </a:t>
            </a:r>
          </a:p>
          <a:p>
            <a:pPr lvl="1"/>
            <a:endParaRPr lang="en-GB" sz="1400" dirty="0">
              <a:latin typeface="Amasis MT Pro" panose="02040504050005020304" pitchFamily="18" charset="0"/>
            </a:endParaRPr>
          </a:p>
          <a:p>
            <a:pPr lvl="1"/>
            <a:r>
              <a:rPr lang="en-GB" sz="1400" dirty="0">
                <a:latin typeface="Amasis MT Pro" panose="02040504050005020304" pitchFamily="18" charset="0"/>
              </a:rPr>
              <a:t>Applied filter for more accurate data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2EAE18-1697-C5D9-10DA-225E9B2637B8}"/>
              </a:ext>
            </a:extLst>
          </p:cNvPr>
          <p:cNvSpPr/>
          <p:nvPr/>
        </p:nvSpPr>
        <p:spPr>
          <a:xfrm>
            <a:off x="6929639" y="2814537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47667E-CE17-2140-ADEA-B8FE88A995A9}"/>
              </a:ext>
            </a:extLst>
          </p:cNvPr>
          <p:cNvSpPr/>
          <p:nvPr/>
        </p:nvSpPr>
        <p:spPr>
          <a:xfrm>
            <a:off x="6947282" y="1744526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B645DD-0CBE-57CC-19F8-68B67CDD7407}"/>
              </a:ext>
            </a:extLst>
          </p:cNvPr>
          <p:cNvSpPr/>
          <p:nvPr/>
        </p:nvSpPr>
        <p:spPr>
          <a:xfrm>
            <a:off x="6483666" y="5593036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332ED8-912A-BF8F-B1B3-DF660D1961D7}"/>
              </a:ext>
            </a:extLst>
          </p:cNvPr>
          <p:cNvSpPr/>
          <p:nvPr/>
        </p:nvSpPr>
        <p:spPr>
          <a:xfrm>
            <a:off x="6482061" y="5148665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F1E4E2-2C7D-2528-D1E3-B0EEFD764478}"/>
              </a:ext>
            </a:extLst>
          </p:cNvPr>
          <p:cNvSpPr/>
          <p:nvPr/>
        </p:nvSpPr>
        <p:spPr>
          <a:xfrm>
            <a:off x="6499708" y="4723550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E51141-DDCE-BE88-9474-083A19899A58}"/>
              </a:ext>
            </a:extLst>
          </p:cNvPr>
          <p:cNvSpPr/>
          <p:nvPr/>
        </p:nvSpPr>
        <p:spPr>
          <a:xfrm>
            <a:off x="6498103" y="4298433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487D7F-DD22-0CBD-B612-0D9B2DC764D3}"/>
              </a:ext>
            </a:extLst>
          </p:cNvPr>
          <p:cNvSpPr/>
          <p:nvPr/>
        </p:nvSpPr>
        <p:spPr>
          <a:xfrm>
            <a:off x="3849538" y="4085074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C93AE1-3C20-B6BF-1F6C-730A8AFAF96B}"/>
              </a:ext>
            </a:extLst>
          </p:cNvPr>
          <p:cNvSpPr/>
          <p:nvPr/>
        </p:nvSpPr>
        <p:spPr>
          <a:xfrm>
            <a:off x="1605247" y="3140191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863C5E3-75C7-E526-7338-8C4B33847023}"/>
              </a:ext>
            </a:extLst>
          </p:cNvPr>
          <p:cNvSpPr/>
          <p:nvPr/>
        </p:nvSpPr>
        <p:spPr>
          <a:xfrm>
            <a:off x="1594022" y="2734326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8FD6355-D981-41C9-B1C6-78D3F47D92A1}"/>
              </a:ext>
            </a:extLst>
          </p:cNvPr>
          <p:cNvSpPr/>
          <p:nvPr/>
        </p:nvSpPr>
        <p:spPr>
          <a:xfrm>
            <a:off x="1592412" y="2299581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47784B3-B1AB-3249-281F-BB0F9CCE5DC7}"/>
              </a:ext>
            </a:extLst>
          </p:cNvPr>
          <p:cNvSpPr/>
          <p:nvPr/>
        </p:nvSpPr>
        <p:spPr>
          <a:xfrm>
            <a:off x="1590808" y="1884093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6AA35CD-FD01-A194-C24C-6086A3402669}"/>
              </a:ext>
            </a:extLst>
          </p:cNvPr>
          <p:cNvSpPr/>
          <p:nvPr/>
        </p:nvSpPr>
        <p:spPr>
          <a:xfrm>
            <a:off x="1579583" y="1420471"/>
            <a:ext cx="46287" cy="471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091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adge 4 with solid fill">
            <a:extLst>
              <a:ext uri="{FF2B5EF4-FFF2-40B4-BE49-F238E27FC236}">
                <a16:creationId xmlns:a16="http://schemas.microsoft.com/office/drawing/2014/main" id="{58FE0101-7EE1-6EEF-97CB-8B7748299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6E0F72-DE25-E8D5-3A3A-ED56C547B167}"/>
              </a:ext>
            </a:extLst>
          </p:cNvPr>
          <p:cNvSpPr txBox="1"/>
          <p:nvPr/>
        </p:nvSpPr>
        <p:spPr>
          <a:xfrm>
            <a:off x="914400" y="195590"/>
            <a:ext cx="511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masis MT Pro Black" panose="02040A04050005020304" pitchFamily="18" charset="0"/>
              </a:rPr>
              <a:t>CHART SPECIFICATIONS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0DCB4-EE77-0CC5-9ED6-A37A9E3E8A20}"/>
              </a:ext>
            </a:extLst>
          </p:cNvPr>
          <p:cNvSpPr txBox="1"/>
          <p:nvPr/>
        </p:nvSpPr>
        <p:spPr>
          <a:xfrm>
            <a:off x="1252681" y="1049394"/>
            <a:ext cx="2160000" cy="720000"/>
          </a:xfrm>
          <a:prstGeom prst="roundRect">
            <a:avLst/>
          </a:prstGeom>
          <a:solidFill>
            <a:srgbClr val="99CCFF"/>
          </a:solidFill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dirty="0">
              <a:latin typeface="Amasis MT Pro" panose="02040504050005020304" pitchFamily="18" charset="0"/>
            </a:endParaRPr>
          </a:p>
          <a:p>
            <a:pPr algn="ctr"/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577ACC-417F-BCDE-4D02-6D4414C3660A}"/>
              </a:ext>
            </a:extLst>
          </p:cNvPr>
          <p:cNvSpPr txBox="1"/>
          <p:nvPr/>
        </p:nvSpPr>
        <p:spPr>
          <a:xfrm>
            <a:off x="1252681" y="1948827"/>
            <a:ext cx="2160000" cy="720000"/>
          </a:xfrm>
          <a:prstGeom prst="roundRect">
            <a:avLst/>
          </a:prstGeom>
          <a:solidFill>
            <a:srgbClr val="99CCFF">
              <a:alpha val="30000"/>
            </a:srgbClr>
          </a:solidFill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dirty="0">
              <a:latin typeface="Amasis MT Pro" panose="02040504050005020304" pitchFamily="18" charset="0"/>
            </a:endParaRPr>
          </a:p>
          <a:p>
            <a:pPr algn="ctr"/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62B3C8-88C2-C146-C519-038D85E93CE2}"/>
              </a:ext>
            </a:extLst>
          </p:cNvPr>
          <p:cNvSpPr txBox="1"/>
          <p:nvPr/>
        </p:nvSpPr>
        <p:spPr>
          <a:xfrm>
            <a:off x="1231921" y="2831528"/>
            <a:ext cx="2160000" cy="720000"/>
          </a:xfrm>
          <a:prstGeom prst="roundRect">
            <a:avLst/>
          </a:prstGeom>
          <a:solidFill>
            <a:srgbClr val="99CCFF"/>
          </a:solidFill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dirty="0">
              <a:latin typeface="Amasis MT Pro" panose="02040504050005020304" pitchFamily="18" charset="0"/>
            </a:endParaRPr>
          </a:p>
          <a:p>
            <a:pPr algn="ctr"/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3315C8-4FE8-9085-4B7C-20B2A2BD0E51}"/>
              </a:ext>
            </a:extLst>
          </p:cNvPr>
          <p:cNvSpPr txBox="1"/>
          <p:nvPr/>
        </p:nvSpPr>
        <p:spPr>
          <a:xfrm>
            <a:off x="1252681" y="3730961"/>
            <a:ext cx="2160000" cy="720000"/>
          </a:xfrm>
          <a:prstGeom prst="roundRect">
            <a:avLst/>
          </a:prstGeom>
          <a:solidFill>
            <a:srgbClr val="99CCFF">
              <a:alpha val="36000"/>
            </a:srgbClr>
          </a:solidFill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dirty="0">
              <a:latin typeface="Amasis MT Pro" panose="02040504050005020304" pitchFamily="18" charset="0"/>
            </a:endParaRPr>
          </a:p>
          <a:p>
            <a:pPr algn="ctr"/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FE6BA9-E39D-7ADC-B66A-986194700221}"/>
              </a:ext>
            </a:extLst>
          </p:cNvPr>
          <p:cNvSpPr txBox="1"/>
          <p:nvPr/>
        </p:nvSpPr>
        <p:spPr>
          <a:xfrm>
            <a:off x="1231921" y="4615151"/>
            <a:ext cx="2160000" cy="720000"/>
          </a:xfrm>
          <a:prstGeom prst="roundRect">
            <a:avLst/>
          </a:prstGeom>
          <a:solidFill>
            <a:srgbClr val="99CCFF"/>
          </a:solidFill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dirty="0">
              <a:latin typeface="Amasis MT Pro" panose="02040504050005020304" pitchFamily="18" charset="0"/>
            </a:endParaRPr>
          </a:p>
          <a:p>
            <a:pPr algn="ctr"/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1EE249-56E8-766C-6A11-B69FFDD37C70}"/>
              </a:ext>
            </a:extLst>
          </p:cNvPr>
          <p:cNvSpPr txBox="1"/>
          <p:nvPr/>
        </p:nvSpPr>
        <p:spPr>
          <a:xfrm>
            <a:off x="1252681" y="5498435"/>
            <a:ext cx="2160000" cy="720000"/>
          </a:xfrm>
          <a:prstGeom prst="roundRect">
            <a:avLst/>
          </a:prstGeom>
          <a:solidFill>
            <a:srgbClr val="99CCFF">
              <a:alpha val="35000"/>
            </a:srgbClr>
          </a:solidFill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dirty="0">
              <a:latin typeface="Amasis MT Pro" panose="02040504050005020304" pitchFamily="18" charset="0"/>
            </a:endParaRPr>
          </a:p>
          <a:p>
            <a:pPr algn="ctr"/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F876B9-BBBA-1124-599B-F49B2F41AA23}"/>
              </a:ext>
            </a:extLst>
          </p:cNvPr>
          <p:cNvSpPr txBox="1"/>
          <p:nvPr/>
        </p:nvSpPr>
        <p:spPr>
          <a:xfrm>
            <a:off x="1252681" y="5704546"/>
            <a:ext cx="216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masis MT Pro Black" panose="02040A04050005020304" pitchFamily="18" charset="0"/>
              </a:rPr>
              <a:t>CLUSTERED COLUMN</a:t>
            </a:r>
            <a:endParaRPr lang="en-IN" sz="1400" dirty="0">
              <a:latin typeface="Amasis MT Pro Black" panose="02040A040500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15C287-872F-C7B4-F56D-C4682C4D6350}"/>
              </a:ext>
            </a:extLst>
          </p:cNvPr>
          <p:cNvSpPr txBox="1"/>
          <p:nvPr/>
        </p:nvSpPr>
        <p:spPr>
          <a:xfrm>
            <a:off x="1545799" y="4785601"/>
            <a:ext cx="1439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masis MT Pro Black" panose="02040A04050005020304" pitchFamily="18" charset="0"/>
              </a:rPr>
              <a:t>AREA</a:t>
            </a:r>
            <a:endParaRPr lang="en-IN" sz="1400" dirty="0">
              <a:latin typeface="Amasis MT Pro Black" panose="02040A040500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89ACF6-569A-1A3D-A170-39494133DF34}"/>
              </a:ext>
            </a:extLst>
          </p:cNvPr>
          <p:cNvSpPr txBox="1"/>
          <p:nvPr/>
        </p:nvSpPr>
        <p:spPr>
          <a:xfrm>
            <a:off x="1545800" y="3946014"/>
            <a:ext cx="1439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masis MT Pro Black" panose="02040A04050005020304" pitchFamily="18" charset="0"/>
              </a:rPr>
              <a:t>DONUT</a:t>
            </a:r>
            <a:endParaRPr lang="en-IN" sz="1400" dirty="0">
              <a:latin typeface="Amasis MT Pro Black" panose="02040A040500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31F90C-1375-20E0-F8B9-8B3440A08234}"/>
              </a:ext>
            </a:extLst>
          </p:cNvPr>
          <p:cNvSpPr txBox="1"/>
          <p:nvPr/>
        </p:nvSpPr>
        <p:spPr>
          <a:xfrm>
            <a:off x="1545800" y="3057114"/>
            <a:ext cx="1439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masis MT Pro Black" panose="02040A04050005020304" pitchFamily="18" charset="0"/>
              </a:rPr>
              <a:t>BAR</a:t>
            </a:r>
            <a:endParaRPr lang="en-IN" sz="1400" dirty="0">
              <a:latin typeface="Amasis MT Pro Black" panose="02040A040500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B62C3D-108E-8C57-860F-F6E19A76F070}"/>
              </a:ext>
            </a:extLst>
          </p:cNvPr>
          <p:cNvSpPr txBox="1"/>
          <p:nvPr/>
        </p:nvSpPr>
        <p:spPr>
          <a:xfrm>
            <a:off x="1545799" y="2152782"/>
            <a:ext cx="1439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masis MT Pro Black" panose="02040A04050005020304" pitchFamily="18" charset="0"/>
              </a:rPr>
              <a:t>LINE</a:t>
            </a:r>
            <a:endParaRPr lang="en-IN" sz="1400" dirty="0"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DBE372-B0B5-7B41-47E3-FDED8C993183}"/>
              </a:ext>
            </a:extLst>
          </p:cNvPr>
          <p:cNvSpPr txBox="1"/>
          <p:nvPr/>
        </p:nvSpPr>
        <p:spPr>
          <a:xfrm>
            <a:off x="1613156" y="1252412"/>
            <a:ext cx="1439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masis MT Pro Black" panose="02040A04050005020304" pitchFamily="18" charset="0"/>
              </a:rPr>
              <a:t>KPI CARDS</a:t>
            </a:r>
            <a:endParaRPr lang="en-IN" sz="1400" dirty="0">
              <a:latin typeface="Amasis MT Pro Black" panose="02040A040500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CC5E3B-4520-6D3F-6BCB-9422CCFB775B}"/>
              </a:ext>
            </a:extLst>
          </p:cNvPr>
          <p:cNvSpPr txBox="1"/>
          <p:nvPr/>
        </p:nvSpPr>
        <p:spPr>
          <a:xfrm>
            <a:off x="3705799" y="1016569"/>
            <a:ext cx="6813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Total Ridership, Total stations, Peak hour, Top station, Interchange stations, Top payment mode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62D148-9383-DF44-9BB0-5529232E3EDC}"/>
              </a:ext>
            </a:extLst>
          </p:cNvPr>
          <p:cNvSpPr txBox="1"/>
          <p:nvPr/>
        </p:nvSpPr>
        <p:spPr>
          <a:xfrm>
            <a:off x="3705799" y="2027104"/>
            <a:ext cx="6319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{ Day of week } , { Hour } by  { Total by hour }</a:t>
            </a:r>
          </a:p>
          <a:p>
            <a:r>
              <a:rPr lang="en-IN" sz="1400" dirty="0">
                <a:latin typeface="Amasis MT Pro" panose="02040504050005020304" pitchFamily="18" charset="0"/>
              </a:rPr>
              <a:t>{ </a:t>
            </a:r>
            <a:r>
              <a:rPr lang="en-IN" sz="1400" dirty="0" err="1">
                <a:latin typeface="Amasis MT Pro" panose="02040504050005020304" pitchFamily="18" charset="0"/>
              </a:rPr>
              <a:t>Is_interchange</a:t>
            </a:r>
            <a:r>
              <a:rPr lang="en-IN" sz="1400" dirty="0">
                <a:latin typeface="Amasis MT Pro" panose="02040504050005020304" pitchFamily="18" charset="0"/>
              </a:rPr>
              <a:t> }, { Hour } by  { Total by hour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C3A71-8091-16EB-0C3D-1E609D925224}"/>
              </a:ext>
            </a:extLst>
          </p:cNvPr>
          <p:cNvSpPr txBox="1"/>
          <p:nvPr/>
        </p:nvSpPr>
        <p:spPr>
          <a:xfrm>
            <a:off x="3705799" y="3037639"/>
            <a:ext cx="631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{ Station name } by  { Total Amount }  x { Line } x { Traffic band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AEB1D6-2B3A-FAEB-FCBC-5769856CC273}"/>
              </a:ext>
            </a:extLst>
          </p:cNvPr>
          <p:cNvSpPr txBox="1"/>
          <p:nvPr/>
        </p:nvSpPr>
        <p:spPr>
          <a:xfrm>
            <a:off x="3705799" y="3858618"/>
            <a:ext cx="5409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{ Traffic band } x { Total by Hour } x { Line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857A33-46B0-A2CE-AE13-18F2758C0F95}"/>
              </a:ext>
            </a:extLst>
          </p:cNvPr>
          <p:cNvSpPr txBox="1"/>
          <p:nvPr/>
        </p:nvSpPr>
        <p:spPr>
          <a:xfrm>
            <a:off x="3705799" y="4723780"/>
            <a:ext cx="5607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{ Traffic band } x { Total by hour } x { Line }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3A204C-3DAB-047B-EECF-E9FD4FCAB987}"/>
              </a:ext>
            </a:extLst>
          </p:cNvPr>
          <p:cNvSpPr txBox="1"/>
          <p:nvPr/>
        </p:nvSpPr>
        <p:spPr>
          <a:xfrm>
            <a:off x="3705800" y="5498435"/>
            <a:ext cx="60331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</a:rPr>
              <a:t>{ Hour } , { Line } by { Total by hour }]</a:t>
            </a:r>
          </a:p>
          <a:p>
            <a:r>
              <a:rPr lang="en-IN" sz="1400" dirty="0">
                <a:latin typeface="Amasis MT Pro" panose="02040504050005020304" pitchFamily="18" charset="0"/>
              </a:rPr>
              <a:t>{ Payment mode } x { Total Amount }</a:t>
            </a:r>
          </a:p>
          <a:p>
            <a:r>
              <a:rPr lang="en-IN" sz="1400" dirty="0">
                <a:latin typeface="Amasis MT Pro" panose="02040504050005020304" pitchFamily="18" charset="0"/>
              </a:rPr>
              <a:t>{ Hour } x { Total by hour }</a:t>
            </a:r>
          </a:p>
        </p:txBody>
      </p:sp>
    </p:spTree>
    <p:extLst>
      <p:ext uri="{BB962C8B-B14F-4D97-AF65-F5344CB8AC3E}">
        <p14:creationId xmlns:p14="http://schemas.microsoft.com/office/powerpoint/2010/main" val="3376389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7448E2-48D7-1222-17DD-9AF5DA511BFD}"/>
              </a:ext>
            </a:extLst>
          </p:cNvPr>
          <p:cNvSpPr/>
          <p:nvPr/>
        </p:nvSpPr>
        <p:spPr>
          <a:xfrm>
            <a:off x="517071" y="440871"/>
            <a:ext cx="11157857" cy="5976257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036605-206C-EAC1-4127-FE3AA0BFD60F}"/>
              </a:ext>
            </a:extLst>
          </p:cNvPr>
          <p:cNvGrpSpPr/>
          <p:nvPr/>
        </p:nvGrpSpPr>
        <p:grpSpPr>
          <a:xfrm>
            <a:off x="493573" y="419035"/>
            <a:ext cx="1289448" cy="3760452"/>
            <a:chOff x="0" y="0"/>
            <a:chExt cx="2116668" cy="6942666"/>
          </a:xfrm>
        </p:grpSpPr>
        <p:sp>
          <p:nvSpPr>
            <p:cNvPr id="4" name="TextBox 29">
              <a:extLst>
                <a:ext uri="{FF2B5EF4-FFF2-40B4-BE49-F238E27FC236}">
                  <a16:creationId xmlns:a16="http://schemas.microsoft.com/office/drawing/2014/main" id="{681244E7-9B36-8CCC-6BFE-B77A0749D4A1}"/>
                </a:ext>
              </a:extLst>
            </p:cNvPr>
            <p:cNvSpPr txBox="1"/>
            <p:nvPr/>
          </p:nvSpPr>
          <p:spPr>
            <a:xfrm>
              <a:off x="0" y="0"/>
              <a:ext cx="2116668" cy="6942666"/>
            </a:xfrm>
            <a:prstGeom prst="roundRect">
              <a:avLst/>
            </a:prstGeom>
            <a:solidFill>
              <a:srgbClr val="0070C0">
                <a:alpha val="63000"/>
              </a:srgbClr>
            </a:solidFill>
            <a:ln w="69850" cmpd="sng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2400" dirty="0">
                <a:latin typeface="Amasis MT Pro Black" panose="02040A04050005020304" pitchFamily="18" charset="0"/>
              </a:endParaRPr>
            </a:p>
            <a:p>
              <a:pPr algn="ctr"/>
              <a:r>
                <a:rPr lang="en-IN" sz="1400" dirty="0">
                  <a:latin typeface="Amasis MT Pro Black" panose="02040A04050005020304" pitchFamily="18" charset="0"/>
                </a:rPr>
                <a:t>Bangalore Metro Dashboard</a:t>
              </a:r>
            </a:p>
          </p:txBody>
        </p:sp>
        <p:pic>
          <p:nvPicPr>
            <p:cNvPr id="5" name="Graphic 28" descr="Train with solid fill">
              <a:extLst>
                <a:ext uri="{FF2B5EF4-FFF2-40B4-BE49-F238E27FC236}">
                  <a16:creationId xmlns:a16="http://schemas.microsoft.com/office/drawing/2014/main" id="{4E34FFFD-37D5-24D4-00B4-9CCFC2F04F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8764" y="1163006"/>
              <a:ext cx="1619138" cy="161913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5E58C1E-E846-4580-9B02-6140926A414E}"/>
              </a:ext>
            </a:extLst>
          </p:cNvPr>
          <p:cNvGrpSpPr/>
          <p:nvPr/>
        </p:nvGrpSpPr>
        <p:grpSpPr>
          <a:xfrm>
            <a:off x="1958063" y="541754"/>
            <a:ext cx="6630654" cy="1208603"/>
            <a:chOff x="0" y="0"/>
            <a:chExt cx="15200313" cy="3006441"/>
          </a:xfrm>
          <a:solidFill>
            <a:srgbClr val="0070C0"/>
          </a:solidFill>
        </p:grpSpPr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412C9B14-D471-AE64-3BD5-A24AD7402835}"/>
                </a:ext>
              </a:extLst>
            </p:cNvPr>
            <p:cNvSpPr txBox="1"/>
            <p:nvPr/>
          </p:nvSpPr>
          <p:spPr>
            <a:xfrm>
              <a:off x="0" y="0"/>
              <a:ext cx="15200313" cy="2686844"/>
            </a:xfrm>
            <a:prstGeom prst="roundRect">
              <a:avLst/>
            </a:prstGeom>
            <a:solidFill>
              <a:schemeClr val="bg1"/>
            </a:solidFill>
            <a:ln w="9525" cap="rnd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dirty="0">
                  <a:latin typeface="Amasis MT Pro Black" panose="02040A04050005020304" pitchFamily="18" charset="0"/>
                </a:rPr>
                <a:t>SEPTEMBER 2025</a:t>
              </a:r>
              <a:r>
                <a:rPr lang="en-IN" sz="1400" baseline="0" dirty="0">
                  <a:latin typeface="Amasis MT Pro Black" panose="02040A04050005020304" pitchFamily="18" charset="0"/>
                </a:rPr>
                <a:t>  OVERVIEW</a:t>
              </a:r>
              <a:endParaRPr lang="en-IN" sz="1400" dirty="0">
                <a:latin typeface="Amasis MT Pro Black" panose="02040A040500050203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B439B1-03D0-36D5-946A-C40E5BA63493}"/>
                </a:ext>
              </a:extLst>
            </p:cNvPr>
            <p:cNvGrpSpPr/>
            <p:nvPr/>
          </p:nvGrpSpPr>
          <p:grpSpPr>
            <a:xfrm>
              <a:off x="768348" y="841373"/>
              <a:ext cx="2869407" cy="2165068"/>
              <a:chOff x="768348" y="841373"/>
              <a:chExt cx="2869407" cy="2165067"/>
            </a:xfrm>
            <a:grpFill/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7FD097-5A15-FB92-F6E4-2BDE05FDF073}"/>
                  </a:ext>
                </a:extLst>
              </p:cNvPr>
              <p:cNvSpPr txBox="1"/>
              <p:nvPr/>
            </p:nvSpPr>
            <p:spPr>
              <a:xfrm>
                <a:off x="768348" y="841373"/>
                <a:ext cx="2869407" cy="1504157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>
                    <a:solidFill>
                      <a:schemeClr val="dk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Total Stations </a:t>
                </a:r>
                <a:endParaRPr lang="en-IN" dirty="0">
                  <a:effectLst/>
                  <a:latin typeface="Amasis MT Pro Black" panose="02040A04050005020304" pitchFamily="18" charset="0"/>
                </a:endParaRPr>
              </a:p>
              <a:p>
                <a:endParaRPr lang="en-IN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ECCB6B-241B-EEBA-CA36-1072831884C6}"/>
                  </a:ext>
                </a:extLst>
              </p:cNvPr>
              <p:cNvSpPr txBox="1"/>
              <p:nvPr/>
            </p:nvSpPr>
            <p:spPr>
              <a:xfrm>
                <a:off x="986631" y="1776519"/>
                <a:ext cx="2432844" cy="1229921"/>
              </a:xfrm>
              <a:prstGeom prst="rect">
                <a:avLst/>
              </a:prstGeom>
              <a:grpFill/>
              <a:ln w="9525" cmpd="sng">
                <a:solidFill>
                  <a:srgbClr val="00206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2CC7A5A7-57A2-4FC7-AE14-917E02A9E818}" type="TxLink">
                  <a:rPr lang="en-US" sz="18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83</a:t>
                </a:fld>
                <a:endParaRPr lang="en-IN" sz="18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3879BCD-16D0-27A2-1EC0-00872F85DC04}"/>
                </a:ext>
              </a:extLst>
            </p:cNvPr>
            <p:cNvGrpSpPr/>
            <p:nvPr/>
          </p:nvGrpSpPr>
          <p:grpSpPr>
            <a:xfrm>
              <a:off x="4039027" y="838199"/>
              <a:ext cx="6509120" cy="2168242"/>
              <a:chOff x="4039027" y="838199"/>
              <a:chExt cx="6509120" cy="2168241"/>
            </a:xfrm>
            <a:grpFill/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37B340-5F16-352D-6C69-F05BD3BE78DC}"/>
                  </a:ext>
                </a:extLst>
              </p:cNvPr>
              <p:cNvSpPr txBox="1"/>
              <p:nvPr/>
            </p:nvSpPr>
            <p:spPr>
              <a:xfrm>
                <a:off x="4039027" y="838199"/>
                <a:ext cx="6509120" cy="1504158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dirty="0">
                    <a:latin typeface="Amasis MT Pro Black" panose="02040A04050005020304" pitchFamily="18" charset="0"/>
                  </a:rPr>
                  <a:t>Top</a:t>
                </a:r>
                <a:r>
                  <a:rPr lang="en-IN" baseline="0" dirty="0">
                    <a:latin typeface="Amasis MT Pro Black" panose="02040A04050005020304" pitchFamily="18" charset="0"/>
                  </a:rPr>
                  <a:t> Station</a:t>
                </a:r>
              </a:p>
              <a:p>
                <a:endParaRPr lang="en-IN" sz="1600" dirty="0"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9CD990-1044-DC3B-30D9-130FD687440A}"/>
                  </a:ext>
                </a:extLst>
              </p:cNvPr>
              <p:cNvSpPr txBox="1"/>
              <p:nvPr/>
            </p:nvSpPr>
            <p:spPr>
              <a:xfrm>
                <a:off x="4406102" y="1776519"/>
                <a:ext cx="5652285" cy="1229921"/>
              </a:xfrm>
              <a:prstGeom prst="rect">
                <a:avLst/>
              </a:prstGeom>
              <a:grpFill/>
              <a:ln w="9525" cmpd="sng">
                <a:solidFill>
                  <a:srgbClr val="00206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200" b="1" i="0" u="none" strike="noStrike" dirty="0" err="1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Nadaprabhu</a:t>
                </a:r>
                <a:r>
                  <a:rPr lang="en-IN" sz="1200" b="1" i="0" u="none" strike="noStrike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 </a:t>
                </a:r>
                <a:r>
                  <a:rPr lang="en-IN" sz="1200" b="1" i="0" u="none" strike="noStrike" dirty="0" err="1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Kempegowda</a:t>
                </a:r>
                <a:r>
                  <a:rPr lang="en-IN" sz="1200" b="1" i="0" u="none" strike="noStrike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 Station </a:t>
                </a:r>
                <a:r>
                  <a:rPr lang="en-IN" sz="1200" b="1" i="0" u="none" strike="noStrike" dirty="0" err="1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Magestic</a:t>
                </a:r>
                <a:r>
                  <a:rPr lang="en-IN" sz="1200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</a:rPr>
                  <a:t> </a:t>
                </a:r>
                <a:endParaRPr lang="en-IN" sz="12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5156F031-E1CF-5BAE-A8BA-A56711D6900D}"/>
                </a:ext>
              </a:extLst>
            </p:cNvPr>
            <p:cNvSpPr txBox="1"/>
            <p:nvPr/>
          </p:nvSpPr>
          <p:spPr>
            <a:xfrm>
              <a:off x="11095037" y="825500"/>
              <a:ext cx="3518693" cy="1489682"/>
            </a:xfrm>
            <a:prstGeom prst="rect">
              <a:avLst/>
            </a:prstGeom>
            <a:solidFill>
              <a:srgbClr val="CCECFF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050" dirty="0">
                  <a:solidFill>
                    <a:schemeClr val="dk1"/>
                  </a:solidFill>
                  <a:effectLst/>
                  <a:latin typeface="Amasis MT Pro Black" panose="02040A04050005020304" pitchFamily="18" charset="0"/>
                  <a:ea typeface="+mn-ea"/>
                  <a:cs typeface="+mn-cs"/>
                </a:rPr>
                <a:t>Interchange</a:t>
              </a:r>
              <a:r>
                <a:rPr lang="en-IN" sz="1050" baseline="0" dirty="0">
                  <a:solidFill>
                    <a:schemeClr val="dk1"/>
                  </a:solidFill>
                  <a:effectLst/>
                  <a:latin typeface="Amasis MT Pro Black" panose="02040A04050005020304" pitchFamily="18" charset="0"/>
                  <a:ea typeface="+mn-ea"/>
                  <a:cs typeface="+mn-cs"/>
                </a:rPr>
                <a:t> Stations</a:t>
              </a:r>
              <a:endParaRPr lang="en-IN" sz="1050" dirty="0">
                <a:latin typeface="Amasis MT Pro Black" panose="02040A04050005020304" pitchFamily="18" charset="0"/>
              </a:endParaRPr>
            </a:p>
          </p:txBody>
        </p:sp>
      </p:grpSp>
      <p:sp>
        <p:nvSpPr>
          <p:cNvPr id="7" name="TextBox 23">
            <a:extLst>
              <a:ext uri="{FF2B5EF4-FFF2-40B4-BE49-F238E27FC236}">
                <a16:creationId xmlns:a16="http://schemas.microsoft.com/office/drawing/2014/main" id="{669CD33D-B1D2-DE92-6274-AA1FDF3DF9E3}"/>
              </a:ext>
            </a:extLst>
          </p:cNvPr>
          <p:cNvSpPr txBox="1"/>
          <p:nvPr/>
        </p:nvSpPr>
        <p:spPr>
          <a:xfrm>
            <a:off x="6989742" y="1235370"/>
            <a:ext cx="1061251" cy="514988"/>
          </a:xfrm>
          <a:prstGeom prst="rect">
            <a:avLst/>
          </a:prstGeom>
          <a:solidFill>
            <a:srgbClr val="0070C0"/>
          </a:solidFill>
          <a:ln w="9525" cmpd="sng">
            <a:solidFill>
              <a:srgbClr val="0020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AB5754F-C8B4-42A1-A48C-308C2CDF95F1}" type="TxLink">
              <a:rPr lang="en-US" sz="1800" b="1" i="0" u="none" strike="noStrike">
                <a:solidFill>
                  <a:schemeClr val="bg1"/>
                </a:solidFill>
                <a:latin typeface="Amasis MT Pro Black" panose="02040A04050005020304" pitchFamily="18" charset="0"/>
                <a:ea typeface="Calibri"/>
                <a:cs typeface="Calibri"/>
              </a:rPr>
              <a:pPr algn="ctr"/>
              <a:t>2</a:t>
            </a:fld>
            <a:endParaRPr lang="en-IN" sz="18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9540144-5257-4B86-8478-F83CB7024E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5035380"/>
              </p:ext>
            </p:extLst>
          </p:nvPr>
        </p:nvGraphicFramePr>
        <p:xfrm>
          <a:off x="2031473" y="1820353"/>
          <a:ext cx="3817532" cy="2380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61E8EDCF-08B6-45CF-B74C-8059BEFD06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337677"/>
              </p:ext>
            </p:extLst>
          </p:nvPr>
        </p:nvGraphicFramePr>
        <p:xfrm>
          <a:off x="5938091" y="1804323"/>
          <a:ext cx="2650625" cy="2380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5B77CAD-D9D6-437A-B673-3288DFF10F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4411774"/>
              </p:ext>
            </p:extLst>
          </p:nvPr>
        </p:nvGraphicFramePr>
        <p:xfrm>
          <a:off x="8728141" y="541755"/>
          <a:ext cx="2857701" cy="5813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566E52A-5513-4B20-9B32-C2A8BB6E0A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327572"/>
              </p:ext>
            </p:extLst>
          </p:nvPr>
        </p:nvGraphicFramePr>
        <p:xfrm>
          <a:off x="2921188" y="4303931"/>
          <a:ext cx="5689632" cy="1978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60D98ADC-0ABE-43AD-B662-4AB7095844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280550"/>
              </p:ext>
            </p:extLst>
          </p:nvPr>
        </p:nvGraphicFramePr>
        <p:xfrm>
          <a:off x="606158" y="4302205"/>
          <a:ext cx="2225942" cy="2053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748232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B9C491-A274-41CB-4516-A6957C394BD2}"/>
              </a:ext>
            </a:extLst>
          </p:cNvPr>
          <p:cNvSpPr/>
          <p:nvPr/>
        </p:nvSpPr>
        <p:spPr>
          <a:xfrm>
            <a:off x="546100" y="533400"/>
            <a:ext cx="11036300" cy="5715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154211-5F0B-E6BE-4A4E-89BEE030A069}"/>
              </a:ext>
            </a:extLst>
          </p:cNvPr>
          <p:cNvSpPr/>
          <p:nvPr/>
        </p:nvSpPr>
        <p:spPr>
          <a:xfrm>
            <a:off x="517071" y="440871"/>
            <a:ext cx="11157857" cy="5976257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8BBA25-E4BB-1BE1-9F46-5BAF0CCABFEC}"/>
              </a:ext>
            </a:extLst>
          </p:cNvPr>
          <p:cNvGrpSpPr/>
          <p:nvPr/>
        </p:nvGrpSpPr>
        <p:grpSpPr>
          <a:xfrm>
            <a:off x="493573" y="419035"/>
            <a:ext cx="1289448" cy="3760452"/>
            <a:chOff x="0" y="0"/>
            <a:chExt cx="2116668" cy="6942666"/>
          </a:xfrm>
        </p:grpSpPr>
        <p:sp>
          <p:nvSpPr>
            <p:cNvPr id="5" name="TextBox 29">
              <a:extLst>
                <a:ext uri="{FF2B5EF4-FFF2-40B4-BE49-F238E27FC236}">
                  <a16:creationId xmlns:a16="http://schemas.microsoft.com/office/drawing/2014/main" id="{97A3EF2C-CFF7-2CC0-DD98-D87130DFFE39}"/>
                </a:ext>
              </a:extLst>
            </p:cNvPr>
            <p:cNvSpPr txBox="1"/>
            <p:nvPr/>
          </p:nvSpPr>
          <p:spPr>
            <a:xfrm>
              <a:off x="0" y="0"/>
              <a:ext cx="2116668" cy="6942666"/>
            </a:xfrm>
            <a:prstGeom prst="roundRect">
              <a:avLst/>
            </a:prstGeom>
            <a:solidFill>
              <a:srgbClr val="0070C0">
                <a:alpha val="63000"/>
              </a:srgbClr>
            </a:solidFill>
            <a:ln w="15875" cmpd="sng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2400" dirty="0">
                <a:latin typeface="Amasis MT Pro Black" panose="02040A04050005020304" pitchFamily="18" charset="0"/>
              </a:endParaRPr>
            </a:p>
            <a:p>
              <a:pPr algn="ctr"/>
              <a:r>
                <a:rPr lang="en-IN" sz="1400" dirty="0">
                  <a:latin typeface="Amasis MT Pro Black" panose="02040A04050005020304" pitchFamily="18" charset="0"/>
                </a:rPr>
                <a:t>Bangalore Metro Dashboard</a:t>
              </a:r>
            </a:p>
          </p:txBody>
        </p:sp>
        <p:pic>
          <p:nvPicPr>
            <p:cNvPr id="6" name="Graphic 28" descr="Train with solid fill">
              <a:extLst>
                <a:ext uri="{FF2B5EF4-FFF2-40B4-BE49-F238E27FC236}">
                  <a16:creationId xmlns:a16="http://schemas.microsoft.com/office/drawing/2014/main" id="{F60C07E9-35BA-7A70-2E0F-DA9CAA3A3C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8764" y="1163006"/>
              <a:ext cx="1619138" cy="161913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BDAE25F-C83E-5D4C-9727-457E0F4E3CDB}"/>
              </a:ext>
            </a:extLst>
          </p:cNvPr>
          <p:cNvGrpSpPr/>
          <p:nvPr/>
        </p:nvGrpSpPr>
        <p:grpSpPr>
          <a:xfrm>
            <a:off x="1811482" y="529039"/>
            <a:ext cx="9735402" cy="987236"/>
            <a:chOff x="0" y="0"/>
            <a:chExt cx="15207555" cy="3043475"/>
          </a:xfrm>
          <a:solidFill>
            <a:srgbClr val="0070C0"/>
          </a:solidFill>
        </p:grpSpPr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DCCA305D-1CC0-923B-D4E9-18FCC3BFAEF7}"/>
                </a:ext>
              </a:extLst>
            </p:cNvPr>
            <p:cNvSpPr txBox="1"/>
            <p:nvPr/>
          </p:nvSpPr>
          <p:spPr>
            <a:xfrm>
              <a:off x="0" y="0"/>
              <a:ext cx="15207555" cy="3030032"/>
            </a:xfrm>
            <a:prstGeom prst="roundRect">
              <a:avLst/>
            </a:prstGeom>
            <a:solidFill>
              <a:schemeClr val="bg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dirty="0">
                  <a:latin typeface="Amasis MT Pro Black" panose="02040A04050005020304" pitchFamily="18" charset="0"/>
                </a:rPr>
                <a:t>SEPTEMBER 2025</a:t>
              </a:r>
              <a:r>
                <a:rPr lang="en-IN" sz="1400" baseline="0" dirty="0">
                  <a:latin typeface="Amasis MT Pro Black" panose="02040A04050005020304" pitchFamily="18" charset="0"/>
                </a:rPr>
                <a:t>  OVERVIEW</a:t>
              </a:r>
              <a:endParaRPr lang="en-IN" sz="1400" dirty="0">
                <a:latin typeface="Amasis MT Pro Black" panose="02040A040500050203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EE57D7F-629E-F1DD-44C3-6440BF630F42}"/>
                </a:ext>
              </a:extLst>
            </p:cNvPr>
            <p:cNvGrpSpPr/>
            <p:nvPr/>
          </p:nvGrpSpPr>
          <p:grpSpPr>
            <a:xfrm>
              <a:off x="768349" y="930973"/>
              <a:ext cx="2869407" cy="2099062"/>
              <a:chOff x="768349" y="930973"/>
              <a:chExt cx="2869407" cy="2099062"/>
            </a:xfrm>
            <a:grpFill/>
          </p:grpSpPr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029E9B2E-043F-818E-BF82-0765971E9D2A}"/>
                  </a:ext>
                </a:extLst>
              </p:cNvPr>
              <p:cNvSpPr txBox="1"/>
              <p:nvPr/>
            </p:nvSpPr>
            <p:spPr>
              <a:xfrm>
                <a:off x="768349" y="930973"/>
                <a:ext cx="2869407" cy="1414557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dirty="0">
                    <a:solidFill>
                      <a:schemeClr val="dk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Top Payments</a:t>
                </a:r>
              </a:p>
              <a:p>
                <a:pPr algn="ctr"/>
                <a:endParaRPr lang="en-IN" dirty="0"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20" name="TextBox 15">
                <a:extLst>
                  <a:ext uri="{FF2B5EF4-FFF2-40B4-BE49-F238E27FC236}">
                    <a16:creationId xmlns:a16="http://schemas.microsoft.com/office/drawing/2014/main" id="{7E6277CD-C314-2BE9-EFF4-59C7CE04305D}"/>
                  </a:ext>
                </a:extLst>
              </p:cNvPr>
              <p:cNvSpPr txBox="1"/>
              <p:nvPr/>
            </p:nvSpPr>
            <p:spPr>
              <a:xfrm>
                <a:off x="1028187" y="1653325"/>
                <a:ext cx="2455749" cy="1376710"/>
              </a:xfrm>
              <a:prstGeom prst="rect">
                <a:avLst/>
              </a:prstGeom>
              <a:grpFill/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400" b="0" i="0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Casual</a:t>
                </a:r>
                <a:endParaRPr lang="en-IN" sz="1400" b="0" dirty="0">
                  <a:solidFill>
                    <a:schemeClr val="bg1"/>
                  </a:solidFill>
                  <a:effectLst/>
                  <a:latin typeface="Amasis MT Pro Black" panose="02040A04050005020304" pitchFamily="18" charset="0"/>
                </a:endParaRPr>
              </a:p>
              <a:p>
                <a:pPr algn="ctr"/>
                <a:r>
                  <a:rPr lang="en-IN" sz="1400" b="0" i="0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Commute</a:t>
                </a:r>
                <a:endParaRPr lang="en-IN" sz="1400" b="0" dirty="0">
                  <a:solidFill>
                    <a:schemeClr val="bg1"/>
                  </a:solidFill>
                  <a:effectLst/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FB1FB4-8CDE-4C44-A7B8-F36AFDD81007}"/>
                </a:ext>
              </a:extLst>
            </p:cNvPr>
            <p:cNvGrpSpPr/>
            <p:nvPr/>
          </p:nvGrpSpPr>
          <p:grpSpPr>
            <a:xfrm>
              <a:off x="7678739" y="825499"/>
              <a:ext cx="2869407" cy="2217976"/>
              <a:chOff x="7678739" y="825499"/>
              <a:chExt cx="2869407" cy="2217976"/>
            </a:xfrm>
            <a:grpFill/>
          </p:grpSpPr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7885D60B-6B5F-59D4-8998-BA0D4859F60B}"/>
                  </a:ext>
                </a:extLst>
              </p:cNvPr>
              <p:cNvSpPr txBox="1"/>
              <p:nvPr/>
            </p:nvSpPr>
            <p:spPr>
              <a:xfrm>
                <a:off x="7678739" y="825499"/>
                <a:ext cx="2869407" cy="1516858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dirty="0">
                    <a:latin typeface="Amasis MT Pro Black" panose="02040A04050005020304" pitchFamily="18" charset="0"/>
                  </a:rPr>
                  <a:t>Peak Hour</a:t>
                </a:r>
                <a:r>
                  <a:rPr lang="en-IN" baseline="0" dirty="0">
                    <a:latin typeface="Amasis MT Pro Black" panose="02040A04050005020304" pitchFamily="18" charset="0"/>
                  </a:rPr>
                  <a:t> Analysis</a:t>
                </a:r>
              </a:p>
              <a:p>
                <a:pPr algn="ctr"/>
                <a:endParaRPr lang="en-IN" baseline="0" dirty="0">
                  <a:latin typeface="Amasis MT Pro Black" panose="02040A04050005020304" pitchFamily="18" charset="0"/>
                </a:endParaRPr>
              </a:p>
              <a:p>
                <a:pPr algn="ctr"/>
                <a:r>
                  <a:rPr lang="en-IN" baseline="0" dirty="0">
                    <a:latin typeface="Amasis MT Pro Black" panose="02040A04050005020304" pitchFamily="18" charset="0"/>
                  </a:rPr>
                  <a:t>9:00 AM</a:t>
                </a:r>
                <a:endParaRPr lang="en-IN" dirty="0"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8" name="TextBox 20">
                <a:extLst>
                  <a:ext uri="{FF2B5EF4-FFF2-40B4-BE49-F238E27FC236}">
                    <a16:creationId xmlns:a16="http://schemas.microsoft.com/office/drawing/2014/main" id="{4DB5678A-E1AF-8CB6-9A3D-A59CE3A357CB}"/>
                  </a:ext>
                </a:extLst>
              </p:cNvPr>
              <p:cNvSpPr txBox="1"/>
              <p:nvPr/>
            </p:nvSpPr>
            <p:spPr>
              <a:xfrm>
                <a:off x="7886208" y="1653324"/>
                <a:ext cx="2530170" cy="1390151"/>
              </a:xfrm>
              <a:prstGeom prst="rect">
                <a:avLst/>
              </a:prstGeom>
              <a:grpFill/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39D425DA-2493-4D07-A72C-2061AC00921A}" type="TxLink">
                  <a:rPr lang="en-US" sz="1800" b="0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13%</a:t>
                </a:fld>
                <a:endParaRPr lang="en-IN" sz="1800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B180A38-BA4D-4DC2-9EE0-7661219ABDE8}"/>
                </a:ext>
              </a:extLst>
            </p:cNvPr>
            <p:cNvGrpSpPr/>
            <p:nvPr/>
          </p:nvGrpSpPr>
          <p:grpSpPr>
            <a:xfrm>
              <a:off x="11095039" y="825500"/>
              <a:ext cx="2869407" cy="2154060"/>
              <a:chOff x="11095039" y="825500"/>
              <a:chExt cx="2869407" cy="2154060"/>
            </a:xfrm>
            <a:grpFill/>
          </p:grpSpPr>
          <p:sp>
            <p:nvSpPr>
              <p:cNvPr id="15" name="TextBox 22">
                <a:extLst>
                  <a:ext uri="{FF2B5EF4-FFF2-40B4-BE49-F238E27FC236}">
                    <a16:creationId xmlns:a16="http://schemas.microsoft.com/office/drawing/2014/main" id="{3B47B056-040C-40B5-5539-89B84874F5D7}"/>
                  </a:ext>
                </a:extLst>
              </p:cNvPr>
              <p:cNvSpPr txBox="1"/>
              <p:nvPr/>
            </p:nvSpPr>
            <p:spPr>
              <a:xfrm>
                <a:off x="11095039" y="825500"/>
                <a:ext cx="2869407" cy="1504157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dirty="0">
                    <a:latin typeface="Amasis MT Pro Black" panose="02040A04050005020304" pitchFamily="18" charset="0"/>
                  </a:rPr>
                  <a:t>Total Ridership</a:t>
                </a:r>
              </a:p>
            </p:txBody>
          </p:sp>
          <p:sp>
            <p:nvSpPr>
              <p:cNvPr id="16" name="TextBox 23">
                <a:extLst>
                  <a:ext uri="{FF2B5EF4-FFF2-40B4-BE49-F238E27FC236}">
                    <a16:creationId xmlns:a16="http://schemas.microsoft.com/office/drawing/2014/main" id="{3CFD3B2F-548E-3A76-F4D1-4700F0B8551C}"/>
                  </a:ext>
                </a:extLst>
              </p:cNvPr>
              <p:cNvSpPr txBox="1"/>
              <p:nvPr/>
            </p:nvSpPr>
            <p:spPr>
              <a:xfrm>
                <a:off x="11216691" y="1653325"/>
                <a:ext cx="2655673" cy="1326235"/>
              </a:xfrm>
              <a:prstGeom prst="rect">
                <a:avLst/>
              </a:prstGeom>
              <a:grpFill/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600" dirty="0">
                    <a:solidFill>
                      <a:schemeClr val="bg1"/>
                    </a:solidFill>
                    <a:latin typeface="Amasis MT Pro Black" panose="02040A04050005020304" pitchFamily="18" charset="0"/>
                  </a:rPr>
                  <a:t>9.01</a:t>
                </a:r>
                <a:r>
                  <a:rPr lang="en-IN" sz="1600" baseline="0" dirty="0">
                    <a:solidFill>
                      <a:schemeClr val="bg1"/>
                    </a:solidFill>
                    <a:latin typeface="Amasis MT Pro Black" panose="02040A04050005020304" pitchFamily="18" charset="0"/>
                  </a:rPr>
                  <a:t> Cr</a:t>
                </a:r>
                <a:endParaRPr lang="en-IN" sz="1600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B69EC25-2A02-4696-A19D-E432EDE26DBF}"/>
                </a:ext>
              </a:extLst>
            </p:cNvPr>
            <p:cNvGrpSpPr/>
            <p:nvPr/>
          </p:nvGrpSpPr>
          <p:grpSpPr>
            <a:xfrm>
              <a:off x="4249739" y="927799"/>
              <a:ext cx="2869407" cy="2051764"/>
              <a:chOff x="4249739" y="927799"/>
              <a:chExt cx="2869407" cy="2051764"/>
            </a:xfrm>
            <a:grpFill/>
          </p:grpSpPr>
          <p:sp>
            <p:nvSpPr>
              <p:cNvPr id="13" name="TextBox 25">
                <a:extLst>
                  <a:ext uri="{FF2B5EF4-FFF2-40B4-BE49-F238E27FC236}">
                    <a16:creationId xmlns:a16="http://schemas.microsoft.com/office/drawing/2014/main" id="{20862D1A-EA2E-BD62-E1D9-43695D065DC2}"/>
                  </a:ext>
                </a:extLst>
              </p:cNvPr>
              <p:cNvSpPr txBox="1"/>
              <p:nvPr/>
            </p:nvSpPr>
            <p:spPr>
              <a:xfrm>
                <a:off x="4249739" y="927799"/>
                <a:ext cx="2869407" cy="1414557"/>
              </a:xfrm>
              <a:prstGeom prst="rect">
                <a:avLst/>
              </a:prstGeom>
              <a:solidFill>
                <a:srgbClr val="CCECFF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b="0" i="0" u="none" strike="noStrike" dirty="0">
                    <a:solidFill>
                      <a:schemeClr val="dk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Peak Hourly Ridership</a:t>
                </a:r>
                <a:r>
                  <a:rPr lang="en-IN" dirty="0">
                    <a:effectLst/>
                    <a:latin typeface="Amasis MT Pro Black" panose="02040A04050005020304" pitchFamily="18" charset="0"/>
                  </a:rPr>
                  <a:t> </a:t>
                </a:r>
                <a:endParaRPr lang="en-IN" dirty="0"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4" name="TextBox 26">
                <a:extLst>
                  <a:ext uri="{FF2B5EF4-FFF2-40B4-BE49-F238E27FC236}">
                    <a16:creationId xmlns:a16="http://schemas.microsoft.com/office/drawing/2014/main" id="{0EE3C07C-5009-8AEB-32A8-F6F9E2E17B4E}"/>
                  </a:ext>
                </a:extLst>
              </p:cNvPr>
              <p:cNvSpPr txBox="1"/>
              <p:nvPr/>
            </p:nvSpPr>
            <p:spPr>
              <a:xfrm>
                <a:off x="4422882" y="1653326"/>
                <a:ext cx="2530170" cy="1326237"/>
              </a:xfrm>
              <a:prstGeom prst="rect">
                <a:avLst/>
              </a:prstGeom>
              <a:grpFill/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6F6EB087-94B3-4C8D-A07B-E23025849E14}" type="TxLink">
                  <a:rPr lang="en-US" sz="1800" b="0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5799</a:t>
                </a:fld>
                <a:endParaRPr lang="en-IN" sz="1800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</p:grp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B5672809-C24C-4B58-9DD4-FB58F46E9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8934373"/>
              </p:ext>
            </p:extLst>
          </p:nvPr>
        </p:nvGraphicFramePr>
        <p:xfrm>
          <a:off x="735308" y="4269610"/>
          <a:ext cx="6644684" cy="2073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017DA6A0-99C3-44AA-A088-52D9D4A37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604791"/>
              </p:ext>
            </p:extLst>
          </p:nvPr>
        </p:nvGraphicFramePr>
        <p:xfrm>
          <a:off x="7569200" y="3388059"/>
          <a:ext cx="3977683" cy="2906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19DA1852-6FA8-40F0-9123-19899B8B5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2361601"/>
              </p:ext>
            </p:extLst>
          </p:nvPr>
        </p:nvGraphicFramePr>
        <p:xfrm>
          <a:off x="1882038" y="1608804"/>
          <a:ext cx="5407762" cy="2540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E3E7FACF-6D3C-4067-BB72-7D2ECAE7A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0311638"/>
              </p:ext>
            </p:extLst>
          </p:nvPr>
        </p:nvGraphicFramePr>
        <p:xfrm>
          <a:off x="7569200" y="1579835"/>
          <a:ext cx="3977683" cy="174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305741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33777A-F70E-FC0B-4CD5-7871FCC27B31}"/>
              </a:ext>
            </a:extLst>
          </p:cNvPr>
          <p:cNvSpPr/>
          <p:nvPr/>
        </p:nvSpPr>
        <p:spPr>
          <a:xfrm>
            <a:off x="517071" y="440871"/>
            <a:ext cx="11157857" cy="5976257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5407F0-68B6-8630-4FA0-2F69FA84246F}"/>
              </a:ext>
            </a:extLst>
          </p:cNvPr>
          <p:cNvGrpSpPr/>
          <p:nvPr/>
        </p:nvGrpSpPr>
        <p:grpSpPr>
          <a:xfrm>
            <a:off x="493573" y="419035"/>
            <a:ext cx="1289448" cy="3760452"/>
            <a:chOff x="0" y="0"/>
            <a:chExt cx="2116668" cy="6942666"/>
          </a:xfrm>
        </p:grpSpPr>
        <p:sp>
          <p:nvSpPr>
            <p:cNvPr id="4" name="TextBox 29">
              <a:extLst>
                <a:ext uri="{FF2B5EF4-FFF2-40B4-BE49-F238E27FC236}">
                  <a16:creationId xmlns:a16="http://schemas.microsoft.com/office/drawing/2014/main" id="{D4794B8E-1D09-AE7B-8DB9-22AAE5C1FD7E}"/>
                </a:ext>
              </a:extLst>
            </p:cNvPr>
            <p:cNvSpPr txBox="1"/>
            <p:nvPr/>
          </p:nvSpPr>
          <p:spPr>
            <a:xfrm>
              <a:off x="0" y="0"/>
              <a:ext cx="2116668" cy="6942666"/>
            </a:xfrm>
            <a:prstGeom prst="roundRect">
              <a:avLst/>
            </a:prstGeom>
            <a:solidFill>
              <a:srgbClr val="0070C0">
                <a:alpha val="63000"/>
              </a:srgbClr>
            </a:solidFill>
            <a:ln w="12700" cmpd="sng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2400" dirty="0">
                <a:latin typeface="Amasis MT Pro Black" panose="02040A04050005020304" pitchFamily="18" charset="0"/>
              </a:endParaRPr>
            </a:p>
            <a:p>
              <a:pPr algn="ctr"/>
              <a:r>
                <a:rPr lang="en-IN" sz="1400" dirty="0">
                  <a:latin typeface="Amasis MT Pro Black" panose="02040A04050005020304" pitchFamily="18" charset="0"/>
                </a:rPr>
                <a:t>Bangalore Metro Dashboard</a:t>
              </a:r>
            </a:p>
          </p:txBody>
        </p:sp>
        <p:pic>
          <p:nvPicPr>
            <p:cNvPr id="5" name="Graphic 28" descr="Train with solid fill">
              <a:extLst>
                <a:ext uri="{FF2B5EF4-FFF2-40B4-BE49-F238E27FC236}">
                  <a16:creationId xmlns:a16="http://schemas.microsoft.com/office/drawing/2014/main" id="{D4B8CE1C-2A9C-48EF-26FE-BC518B56D7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8764" y="1163006"/>
              <a:ext cx="1619138" cy="161913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A587CE8-E539-4E07-8FE7-8C187DA6CF25}"/>
              </a:ext>
            </a:extLst>
          </p:cNvPr>
          <p:cNvGrpSpPr/>
          <p:nvPr/>
        </p:nvGrpSpPr>
        <p:grpSpPr>
          <a:xfrm>
            <a:off x="1858792" y="515488"/>
            <a:ext cx="9740364" cy="1234231"/>
            <a:chOff x="0" y="0"/>
            <a:chExt cx="15200312" cy="3063488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" name="TextBox 24">
              <a:extLst>
                <a:ext uri="{FF2B5EF4-FFF2-40B4-BE49-F238E27FC236}">
                  <a16:creationId xmlns:a16="http://schemas.microsoft.com/office/drawing/2014/main" id="{DA65D640-0363-B2C4-38C3-746849BA77D2}"/>
                </a:ext>
              </a:extLst>
            </p:cNvPr>
            <p:cNvSpPr txBox="1"/>
            <p:nvPr/>
          </p:nvSpPr>
          <p:spPr>
            <a:xfrm>
              <a:off x="0" y="0"/>
              <a:ext cx="15200312" cy="268684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 cmpd="sng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dirty="0">
                  <a:latin typeface="Amasis MT Pro Black" panose="02040A04050005020304" pitchFamily="18" charset="0"/>
                </a:rPr>
                <a:t>PURPLE</a:t>
              </a:r>
              <a:r>
                <a:rPr lang="en-IN" sz="1400" baseline="0" dirty="0">
                  <a:latin typeface="Amasis MT Pro Black" panose="02040A04050005020304" pitchFamily="18" charset="0"/>
                </a:rPr>
                <a:t> LINE </a:t>
              </a:r>
              <a:endParaRPr lang="en-IN" sz="1400" dirty="0">
                <a:latin typeface="Amasis MT Pro Black" panose="02040A040500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E09589-82F5-F564-0435-8C34484E0351}"/>
                </a:ext>
              </a:extLst>
            </p:cNvPr>
            <p:cNvGrpSpPr/>
            <p:nvPr/>
          </p:nvGrpSpPr>
          <p:grpSpPr>
            <a:xfrm>
              <a:off x="741149" y="813315"/>
              <a:ext cx="3713745" cy="1888136"/>
              <a:chOff x="741149" y="813315"/>
              <a:chExt cx="3713745" cy="1888136"/>
            </a:xfrm>
            <a:grpFill/>
          </p:grpSpPr>
          <p:sp>
            <p:nvSpPr>
              <p:cNvPr id="15" name="TextBox 32">
                <a:extLst>
                  <a:ext uri="{FF2B5EF4-FFF2-40B4-BE49-F238E27FC236}">
                    <a16:creationId xmlns:a16="http://schemas.microsoft.com/office/drawing/2014/main" id="{A74659E9-F54F-3DED-DB84-2EC5307726ED}"/>
                  </a:ext>
                </a:extLst>
              </p:cNvPr>
              <p:cNvSpPr txBox="1"/>
              <p:nvPr/>
            </p:nvSpPr>
            <p:spPr>
              <a:xfrm>
                <a:off x="741149" y="813315"/>
                <a:ext cx="3713745" cy="150415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b="1" i="0" u="none" strike="noStrike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Total Ridership</a:t>
                </a:r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</a:rPr>
                  <a:t> </a:t>
                </a:r>
                <a:endParaRPr lang="en-IN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6" name="TextBox 33">
                <a:extLst>
                  <a:ext uri="{FF2B5EF4-FFF2-40B4-BE49-F238E27FC236}">
                    <a16:creationId xmlns:a16="http://schemas.microsoft.com/office/drawing/2014/main" id="{55084A01-3C8F-46C0-F4D4-B471B429A3F0}"/>
                  </a:ext>
                </a:extLst>
              </p:cNvPr>
              <p:cNvSpPr txBox="1"/>
              <p:nvPr/>
            </p:nvSpPr>
            <p:spPr>
              <a:xfrm>
                <a:off x="965783" y="1738829"/>
                <a:ext cx="3236107" cy="962622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8C825D62-BAE2-42ED-808F-A18FE1079F4E}" type="TxLink">
                  <a:rPr lang="en-US" sz="18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50291703</a:t>
                </a:fld>
                <a:endParaRPr lang="en-IN" sz="18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7EA85F2-DDD2-024F-2B6E-1E0849865605}"/>
                </a:ext>
              </a:extLst>
            </p:cNvPr>
            <p:cNvGrpSpPr/>
            <p:nvPr/>
          </p:nvGrpSpPr>
          <p:grpSpPr>
            <a:xfrm>
              <a:off x="4824675" y="771686"/>
              <a:ext cx="4417868" cy="2291802"/>
              <a:chOff x="4824675" y="771686"/>
              <a:chExt cx="4417868" cy="2291802"/>
            </a:xfrm>
            <a:grpFill/>
          </p:grpSpPr>
          <p:sp>
            <p:nvSpPr>
              <p:cNvPr id="13" name="TextBox 30">
                <a:extLst>
                  <a:ext uri="{FF2B5EF4-FFF2-40B4-BE49-F238E27FC236}">
                    <a16:creationId xmlns:a16="http://schemas.microsoft.com/office/drawing/2014/main" id="{78E875AC-201E-B537-D44C-1343311F8598}"/>
                  </a:ext>
                </a:extLst>
              </p:cNvPr>
              <p:cNvSpPr txBox="1"/>
              <p:nvPr/>
            </p:nvSpPr>
            <p:spPr>
              <a:xfrm>
                <a:off x="4824675" y="771686"/>
                <a:ext cx="4417868" cy="1526529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Top Station</a:t>
                </a:r>
                <a:endParaRPr lang="en-IN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4" name="TextBox 31">
                <a:extLst>
                  <a:ext uri="{FF2B5EF4-FFF2-40B4-BE49-F238E27FC236}">
                    <a16:creationId xmlns:a16="http://schemas.microsoft.com/office/drawing/2014/main" id="{6DB72440-2452-117C-911A-4809C46F4A72}"/>
                  </a:ext>
                </a:extLst>
              </p:cNvPr>
              <p:cNvSpPr txBox="1"/>
              <p:nvPr/>
            </p:nvSpPr>
            <p:spPr>
              <a:xfrm>
                <a:off x="5058217" y="1735655"/>
                <a:ext cx="3931319" cy="1327833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A0C93C1C-B6B0-4601-B081-4E4D1A7D8A37}" type="TxLink">
                  <a:rPr lang="en-US" sz="12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Nadaprabhu Kempegowda Station Magestic</a:t>
                </a:fld>
                <a:endParaRPr lang="en-IN" sz="12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2E3E5C-18AD-B24E-E276-0BB96A1A377F}"/>
                </a:ext>
              </a:extLst>
            </p:cNvPr>
            <p:cNvGrpSpPr/>
            <p:nvPr/>
          </p:nvGrpSpPr>
          <p:grpSpPr>
            <a:xfrm>
              <a:off x="9962636" y="797441"/>
              <a:ext cx="3974611" cy="1889404"/>
              <a:chOff x="9962636" y="797441"/>
              <a:chExt cx="3974611" cy="1889404"/>
            </a:xfrm>
            <a:grpFill/>
          </p:grpSpPr>
          <p:sp>
            <p:nvSpPr>
              <p:cNvPr id="11" name="TextBox 28">
                <a:extLst>
                  <a:ext uri="{FF2B5EF4-FFF2-40B4-BE49-F238E27FC236}">
                    <a16:creationId xmlns:a16="http://schemas.microsoft.com/office/drawing/2014/main" id="{F59DDD4D-5F49-5DD3-2517-618188D13F63}"/>
                  </a:ext>
                </a:extLst>
              </p:cNvPr>
              <p:cNvSpPr txBox="1"/>
              <p:nvPr/>
            </p:nvSpPr>
            <p:spPr>
              <a:xfrm>
                <a:off x="9962636" y="797441"/>
                <a:ext cx="3974611" cy="150415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Peak</a:t>
                </a:r>
                <a:r>
                  <a:rPr lang="en-IN" b="1" baseline="0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 Hour</a:t>
                </a:r>
                <a:endParaRPr lang="en-IN" b="1" dirty="0">
                  <a:solidFill>
                    <a:schemeClr val="bg1"/>
                  </a:solidFill>
                  <a:effectLst/>
                  <a:latin typeface="Amasis MT Pro Black" panose="02040A04050005020304" pitchFamily="18" charset="0"/>
                </a:endParaRPr>
              </a:p>
              <a:p>
                <a:endParaRPr lang="en-IN" sz="16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2" name="TextBox 29">
                <a:extLst>
                  <a:ext uri="{FF2B5EF4-FFF2-40B4-BE49-F238E27FC236}">
                    <a16:creationId xmlns:a16="http://schemas.microsoft.com/office/drawing/2014/main" id="{CCCDB888-1C1C-18E3-8B16-BD8D02DFDB3D}"/>
                  </a:ext>
                </a:extLst>
              </p:cNvPr>
              <p:cNvSpPr txBox="1"/>
              <p:nvPr/>
            </p:nvSpPr>
            <p:spPr>
              <a:xfrm>
                <a:off x="10215642" y="1722950"/>
                <a:ext cx="3483694" cy="963895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2270172A-B1FE-4913-BEB8-626FAF8C8408}" type="TxLink">
                  <a:rPr lang="en-US" sz="18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9:00 AM</a:t>
                </a:fld>
                <a:endParaRPr lang="en-IN" sz="18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</p:grp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6780AF3-5622-4BD1-9AFF-0B5C43126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4335923"/>
              </p:ext>
            </p:extLst>
          </p:nvPr>
        </p:nvGraphicFramePr>
        <p:xfrm>
          <a:off x="7112000" y="1878341"/>
          <a:ext cx="4434884" cy="4464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BAAE5EFB-B625-4FD1-85C7-D43FECE434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1725015"/>
              </p:ext>
            </p:extLst>
          </p:nvPr>
        </p:nvGraphicFramePr>
        <p:xfrm>
          <a:off x="1911065" y="1878341"/>
          <a:ext cx="5072891" cy="2221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A711256A-656A-474B-9E5C-0ED947E61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5308064"/>
              </p:ext>
            </p:extLst>
          </p:nvPr>
        </p:nvGraphicFramePr>
        <p:xfrm>
          <a:off x="645116" y="4308109"/>
          <a:ext cx="6258700" cy="203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58599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495290-A38D-E3C9-4810-2F8AEC2E5040}"/>
              </a:ext>
            </a:extLst>
          </p:cNvPr>
          <p:cNvSpPr/>
          <p:nvPr/>
        </p:nvSpPr>
        <p:spPr>
          <a:xfrm>
            <a:off x="517071" y="440871"/>
            <a:ext cx="11157857" cy="5976257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C72F26-2B16-AC59-C99F-9F9C0892D238}"/>
              </a:ext>
            </a:extLst>
          </p:cNvPr>
          <p:cNvGrpSpPr/>
          <p:nvPr/>
        </p:nvGrpSpPr>
        <p:grpSpPr>
          <a:xfrm>
            <a:off x="493573" y="419035"/>
            <a:ext cx="1289448" cy="3760452"/>
            <a:chOff x="0" y="0"/>
            <a:chExt cx="2116668" cy="6942666"/>
          </a:xfrm>
        </p:grpSpPr>
        <p:sp>
          <p:nvSpPr>
            <p:cNvPr id="4" name="TextBox 29">
              <a:extLst>
                <a:ext uri="{FF2B5EF4-FFF2-40B4-BE49-F238E27FC236}">
                  <a16:creationId xmlns:a16="http://schemas.microsoft.com/office/drawing/2014/main" id="{802C1060-E876-98AF-E531-7D48A820D0B7}"/>
                </a:ext>
              </a:extLst>
            </p:cNvPr>
            <p:cNvSpPr txBox="1"/>
            <p:nvPr/>
          </p:nvSpPr>
          <p:spPr>
            <a:xfrm>
              <a:off x="0" y="0"/>
              <a:ext cx="2116668" cy="6942666"/>
            </a:xfrm>
            <a:prstGeom prst="roundRect">
              <a:avLst/>
            </a:prstGeom>
            <a:solidFill>
              <a:srgbClr val="0070C0">
                <a:alpha val="63000"/>
              </a:srgbClr>
            </a:solidFill>
            <a:ln w="12700" cmpd="sng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2400" dirty="0">
                <a:latin typeface="Amasis MT Pro Black" panose="02040A04050005020304" pitchFamily="18" charset="0"/>
              </a:endParaRPr>
            </a:p>
            <a:p>
              <a:pPr algn="ctr"/>
              <a:r>
                <a:rPr lang="en-IN" sz="1400" dirty="0">
                  <a:latin typeface="Amasis MT Pro Black" panose="02040A04050005020304" pitchFamily="18" charset="0"/>
                </a:rPr>
                <a:t>Bangalore Metro Dashboard</a:t>
              </a:r>
            </a:p>
          </p:txBody>
        </p:sp>
        <p:pic>
          <p:nvPicPr>
            <p:cNvPr id="5" name="Graphic 28" descr="Train with solid fill">
              <a:extLst>
                <a:ext uri="{FF2B5EF4-FFF2-40B4-BE49-F238E27FC236}">
                  <a16:creationId xmlns:a16="http://schemas.microsoft.com/office/drawing/2014/main" id="{78466644-1BD3-B598-DAD7-3B2FB8E4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8764" y="1163006"/>
              <a:ext cx="1619138" cy="161913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DA72817-E14D-4A9E-A773-6D2628ADE434}"/>
              </a:ext>
            </a:extLst>
          </p:cNvPr>
          <p:cNvGrpSpPr/>
          <p:nvPr/>
        </p:nvGrpSpPr>
        <p:grpSpPr>
          <a:xfrm>
            <a:off x="1856275" y="546887"/>
            <a:ext cx="9690607" cy="1379079"/>
            <a:chOff x="0" y="0"/>
            <a:chExt cx="15200312" cy="3276755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1512119D-38CA-F2FC-1D55-32CF2EB79706}"/>
                </a:ext>
              </a:extLst>
            </p:cNvPr>
            <p:cNvSpPr txBox="1"/>
            <p:nvPr/>
          </p:nvSpPr>
          <p:spPr>
            <a:xfrm>
              <a:off x="0" y="0"/>
              <a:ext cx="15200312" cy="2686843"/>
            </a:xfrm>
            <a:prstGeom prst="roundRect">
              <a:avLst/>
            </a:prstGeom>
            <a:solidFill>
              <a:srgbClr val="7AEF5F">
                <a:alpha val="62745"/>
              </a:srgbClr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baseline="0" dirty="0">
                  <a:latin typeface="Amasis MT Pro Black" panose="02040A04050005020304" pitchFamily="18" charset="0"/>
                </a:rPr>
                <a:t>GREEN LINE </a:t>
              </a:r>
              <a:endParaRPr lang="en-IN" sz="1400" dirty="0">
                <a:latin typeface="Amasis MT Pro Black" panose="02040A040500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AEEACFE-BC34-3601-BF0E-42C64F509FA5}"/>
                </a:ext>
              </a:extLst>
            </p:cNvPr>
            <p:cNvGrpSpPr/>
            <p:nvPr/>
          </p:nvGrpSpPr>
          <p:grpSpPr>
            <a:xfrm>
              <a:off x="768347" y="841374"/>
              <a:ext cx="3713745" cy="1888136"/>
              <a:chOff x="768347" y="841374"/>
              <a:chExt cx="3713745" cy="1888136"/>
            </a:xfrm>
          </p:grpSpPr>
          <p:sp>
            <p:nvSpPr>
              <p:cNvPr id="15" name="TextBox 13">
                <a:extLst>
                  <a:ext uri="{FF2B5EF4-FFF2-40B4-BE49-F238E27FC236}">
                    <a16:creationId xmlns:a16="http://schemas.microsoft.com/office/drawing/2014/main" id="{7A09D55A-4789-EE1E-07D2-C11ED156AD0D}"/>
                  </a:ext>
                </a:extLst>
              </p:cNvPr>
              <p:cNvSpPr txBox="1"/>
              <p:nvPr/>
            </p:nvSpPr>
            <p:spPr>
              <a:xfrm>
                <a:off x="768347" y="841374"/>
                <a:ext cx="3713745" cy="150415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b="1" i="0" u="none" strike="noStrike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Total Ridership</a:t>
                </a:r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</a:rPr>
                  <a:t> </a:t>
                </a:r>
                <a:endParaRPr lang="en-IN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828836C5-0362-2C4E-ADBC-27FF53E1E789}"/>
                  </a:ext>
                </a:extLst>
              </p:cNvPr>
              <p:cNvSpPr txBox="1"/>
              <p:nvPr/>
            </p:nvSpPr>
            <p:spPr>
              <a:xfrm>
                <a:off x="992981" y="1766888"/>
                <a:ext cx="3236107" cy="962622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592EEB87-78B1-4DA2-9A8A-DE9721542489}" type="TxLink">
                  <a:rPr lang="en-US" sz="18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32256945</a:t>
                </a:fld>
                <a:endParaRPr lang="en-IN" sz="18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1FC0F29-07A2-3A89-6A88-654B25C3E92C}"/>
                </a:ext>
              </a:extLst>
            </p:cNvPr>
            <p:cNvGrpSpPr/>
            <p:nvPr/>
          </p:nvGrpSpPr>
          <p:grpSpPr>
            <a:xfrm>
              <a:off x="4851873" y="799745"/>
              <a:ext cx="4417868" cy="2477010"/>
              <a:chOff x="4851873" y="799745"/>
              <a:chExt cx="4417868" cy="2477010"/>
            </a:xfrm>
          </p:grpSpPr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3F18027C-941A-6B4B-A754-1401C9CCC6C8}"/>
                  </a:ext>
                </a:extLst>
              </p:cNvPr>
              <p:cNvSpPr txBox="1"/>
              <p:nvPr/>
            </p:nvSpPr>
            <p:spPr>
              <a:xfrm>
                <a:off x="4851873" y="799745"/>
                <a:ext cx="4417868" cy="1526529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Top Station</a:t>
                </a:r>
                <a:endParaRPr lang="en-IN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560A872D-0703-DD35-2F77-D18F31943E1B}"/>
                  </a:ext>
                </a:extLst>
              </p:cNvPr>
              <p:cNvSpPr txBox="1"/>
              <p:nvPr/>
            </p:nvSpPr>
            <p:spPr>
              <a:xfrm>
                <a:off x="5085416" y="1763713"/>
                <a:ext cx="3931319" cy="1513042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>
                  <a:solidFill>
                    <a:schemeClr val="bg1"/>
                  </a:solidFill>
                  <a:latin typeface="Amasis MT Pro Black" panose="02040A04050005020304" pitchFamily="18" charset="0"/>
                  <a:ea typeface="Calibri"/>
                  <a:cs typeface="Calibri"/>
                </a:endParaRPr>
              </a:p>
              <a:p>
                <a:pPr algn="ctr"/>
                <a:fld id="{16B9AD77-723E-4C72-AF77-9A94644A27DC}" type="TxLink">
                  <a:rPr lang="en-US" sz="1400" smtClean="0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Mantri Square Sampige Road</a:t>
                </a:fld>
                <a:endParaRPr lang="en-IN" sz="14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  <a:p>
                <a:pPr algn="ctr"/>
                <a:endParaRPr lang="en-IN" sz="12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22BAFC7-8940-5ACB-4970-91BD46CD0F6A}"/>
                </a:ext>
              </a:extLst>
            </p:cNvPr>
            <p:cNvGrpSpPr/>
            <p:nvPr/>
          </p:nvGrpSpPr>
          <p:grpSpPr>
            <a:xfrm>
              <a:off x="9989834" y="825500"/>
              <a:ext cx="3974611" cy="1875207"/>
              <a:chOff x="9989834" y="825500"/>
              <a:chExt cx="3974611" cy="1875207"/>
            </a:xfrm>
          </p:grpSpPr>
          <p:sp>
            <p:nvSpPr>
              <p:cNvPr id="11" name="TextBox 9">
                <a:extLst>
                  <a:ext uri="{FF2B5EF4-FFF2-40B4-BE49-F238E27FC236}">
                    <a16:creationId xmlns:a16="http://schemas.microsoft.com/office/drawing/2014/main" id="{5C919492-0F8C-1ADE-1E35-8729D7800D6E}"/>
                  </a:ext>
                </a:extLst>
              </p:cNvPr>
              <p:cNvSpPr txBox="1"/>
              <p:nvPr/>
            </p:nvSpPr>
            <p:spPr>
              <a:xfrm>
                <a:off x="9989834" y="825500"/>
                <a:ext cx="3974611" cy="150415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Peak</a:t>
                </a:r>
                <a:r>
                  <a:rPr lang="en-IN" b="1" baseline="0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 Hour</a:t>
                </a:r>
                <a:endParaRPr lang="en-IN" b="1" dirty="0">
                  <a:solidFill>
                    <a:schemeClr val="bg1"/>
                  </a:solidFill>
                  <a:effectLst/>
                  <a:latin typeface="Amasis MT Pro Black" panose="02040A04050005020304" pitchFamily="18" charset="0"/>
                </a:endParaRPr>
              </a:p>
              <a:p>
                <a:endParaRPr lang="en-IN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1A625C8E-D6F6-360A-8DAC-073FE13C5A08}"/>
                  </a:ext>
                </a:extLst>
              </p:cNvPr>
              <p:cNvSpPr txBox="1"/>
              <p:nvPr/>
            </p:nvSpPr>
            <p:spPr>
              <a:xfrm>
                <a:off x="10242840" y="1751010"/>
                <a:ext cx="3483694" cy="94969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ACE42159-4893-4295-B45C-757A25606190}" type="TxLink">
                  <a:rPr lang="en-US" sz="18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7:00 PM</a:t>
                </a:fld>
                <a:endParaRPr lang="en-IN" sz="18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</p:grp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F15216B-8CE4-48FC-B45E-9004FDDBC4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3391402"/>
              </p:ext>
            </p:extLst>
          </p:nvPr>
        </p:nvGraphicFramePr>
        <p:xfrm>
          <a:off x="1856275" y="2083393"/>
          <a:ext cx="3566625" cy="2111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F023DAC8-F4D4-4A3B-B54E-8E49A383B2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2618245"/>
              </p:ext>
            </p:extLst>
          </p:nvPr>
        </p:nvGraphicFramePr>
        <p:xfrm>
          <a:off x="5550946" y="2050334"/>
          <a:ext cx="5995936" cy="4242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899F896-968C-4B7C-8C3A-67FE416583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9908026"/>
              </p:ext>
            </p:extLst>
          </p:nvPr>
        </p:nvGraphicFramePr>
        <p:xfrm>
          <a:off x="637424" y="4336914"/>
          <a:ext cx="4785476" cy="1955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2171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CDA6D6-D0E2-3626-5F47-5A8878A56BCE}"/>
              </a:ext>
            </a:extLst>
          </p:cNvPr>
          <p:cNvSpPr/>
          <p:nvPr/>
        </p:nvSpPr>
        <p:spPr>
          <a:xfrm>
            <a:off x="517071" y="440871"/>
            <a:ext cx="11157857" cy="5976257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20599CC-B82A-4B2F-7442-B4D0C4526E2D}"/>
              </a:ext>
            </a:extLst>
          </p:cNvPr>
          <p:cNvGrpSpPr/>
          <p:nvPr/>
        </p:nvGrpSpPr>
        <p:grpSpPr>
          <a:xfrm>
            <a:off x="493573" y="419035"/>
            <a:ext cx="1289448" cy="3760452"/>
            <a:chOff x="0" y="0"/>
            <a:chExt cx="2116668" cy="6942666"/>
          </a:xfrm>
        </p:grpSpPr>
        <p:sp>
          <p:nvSpPr>
            <p:cNvPr id="4" name="TextBox 29">
              <a:extLst>
                <a:ext uri="{FF2B5EF4-FFF2-40B4-BE49-F238E27FC236}">
                  <a16:creationId xmlns:a16="http://schemas.microsoft.com/office/drawing/2014/main" id="{B015E695-3BD1-8E53-936C-3E2937AB1A40}"/>
                </a:ext>
              </a:extLst>
            </p:cNvPr>
            <p:cNvSpPr txBox="1"/>
            <p:nvPr/>
          </p:nvSpPr>
          <p:spPr>
            <a:xfrm>
              <a:off x="0" y="0"/>
              <a:ext cx="2116668" cy="6942666"/>
            </a:xfrm>
            <a:prstGeom prst="roundRect">
              <a:avLst/>
            </a:prstGeom>
            <a:solidFill>
              <a:srgbClr val="0070C0">
                <a:alpha val="63000"/>
              </a:srgbClr>
            </a:solidFill>
            <a:ln w="69850" cmpd="sng"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2400" dirty="0">
                <a:latin typeface="Amasis MT Pro Black" panose="02040A04050005020304" pitchFamily="18" charset="0"/>
              </a:endParaRPr>
            </a:p>
            <a:p>
              <a:pPr algn="ctr"/>
              <a:r>
                <a:rPr lang="en-IN" sz="1400" dirty="0">
                  <a:latin typeface="Amasis MT Pro Black" panose="02040A04050005020304" pitchFamily="18" charset="0"/>
                </a:rPr>
                <a:t>Bangalore Metro Dashboard</a:t>
              </a:r>
            </a:p>
          </p:txBody>
        </p:sp>
        <p:pic>
          <p:nvPicPr>
            <p:cNvPr id="5" name="Graphic 28" descr="Train with solid fill">
              <a:extLst>
                <a:ext uri="{FF2B5EF4-FFF2-40B4-BE49-F238E27FC236}">
                  <a16:creationId xmlns:a16="http://schemas.microsoft.com/office/drawing/2014/main" id="{3BAAF1F9-36D0-7F1A-DFE5-95844DA630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8764" y="1163006"/>
              <a:ext cx="1619138" cy="161913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B773B1-1F9C-4CF3-9137-781909302AF3}"/>
              </a:ext>
            </a:extLst>
          </p:cNvPr>
          <p:cNvGrpSpPr/>
          <p:nvPr/>
        </p:nvGrpSpPr>
        <p:grpSpPr>
          <a:xfrm>
            <a:off x="1874433" y="508001"/>
            <a:ext cx="9672450" cy="1317554"/>
            <a:chOff x="0" y="-121756"/>
            <a:chExt cx="15200312" cy="3157848"/>
          </a:xfrm>
        </p:grpSpPr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A92DD13D-110F-7CB0-7DE3-B353C20E0AF8}"/>
                </a:ext>
              </a:extLst>
            </p:cNvPr>
            <p:cNvSpPr txBox="1"/>
            <p:nvPr/>
          </p:nvSpPr>
          <p:spPr>
            <a:xfrm>
              <a:off x="0" y="-121756"/>
              <a:ext cx="15200312" cy="2686844"/>
            </a:xfrm>
            <a:prstGeom prst="roundRect">
              <a:avLst/>
            </a:prstGeom>
            <a:solidFill>
              <a:srgbClr val="FAEA98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baseline="0" dirty="0">
                  <a:latin typeface="Amasis MT Pro Black" panose="02040A04050005020304" pitchFamily="18" charset="0"/>
                </a:rPr>
                <a:t> YELLOW LINE </a:t>
              </a:r>
              <a:endParaRPr lang="en-IN" sz="1400" dirty="0">
                <a:latin typeface="Amasis MT Pro Black" panose="02040A04050005020304" pitchFamily="18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F286D04-09EA-F99B-80E8-6D2EBE55335D}"/>
                </a:ext>
              </a:extLst>
            </p:cNvPr>
            <p:cNvGrpSpPr/>
            <p:nvPr/>
          </p:nvGrpSpPr>
          <p:grpSpPr>
            <a:xfrm>
              <a:off x="768347" y="841374"/>
              <a:ext cx="3713745" cy="1888136"/>
              <a:chOff x="768347" y="841374"/>
              <a:chExt cx="3713745" cy="1888136"/>
            </a:xfrm>
          </p:grpSpPr>
          <p:sp>
            <p:nvSpPr>
              <p:cNvPr id="20" name="TextBox 32">
                <a:extLst>
                  <a:ext uri="{FF2B5EF4-FFF2-40B4-BE49-F238E27FC236}">
                    <a16:creationId xmlns:a16="http://schemas.microsoft.com/office/drawing/2014/main" id="{60A007F1-CD21-06F8-1EC6-1C6B4BBCA819}"/>
                  </a:ext>
                </a:extLst>
              </p:cNvPr>
              <p:cNvSpPr txBox="1"/>
              <p:nvPr/>
            </p:nvSpPr>
            <p:spPr>
              <a:xfrm>
                <a:off x="768347" y="841374"/>
                <a:ext cx="3713745" cy="150415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b="1" i="0" u="none" strike="noStrike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Total Ridership</a:t>
                </a:r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</a:rPr>
                  <a:t> </a:t>
                </a:r>
                <a:endParaRPr lang="en-IN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21" name="TextBox 33">
                <a:extLst>
                  <a:ext uri="{FF2B5EF4-FFF2-40B4-BE49-F238E27FC236}">
                    <a16:creationId xmlns:a16="http://schemas.microsoft.com/office/drawing/2014/main" id="{86380013-5F53-D14D-5DF2-BC6A8E034566}"/>
                  </a:ext>
                </a:extLst>
              </p:cNvPr>
              <p:cNvSpPr txBox="1"/>
              <p:nvPr/>
            </p:nvSpPr>
            <p:spPr>
              <a:xfrm>
                <a:off x="992981" y="1766888"/>
                <a:ext cx="3236107" cy="962622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31DDF3DB-C1D0-46B8-9818-BB9B6B8A5A5D}" type="TxLink">
                  <a:rPr lang="en-US" sz="20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45171924</a:t>
                </a:fld>
                <a:endParaRPr lang="en-IN" sz="20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110302D-5DC9-76E1-425C-D831347B1A04}"/>
                </a:ext>
              </a:extLst>
            </p:cNvPr>
            <p:cNvGrpSpPr/>
            <p:nvPr/>
          </p:nvGrpSpPr>
          <p:grpSpPr>
            <a:xfrm>
              <a:off x="4851873" y="799745"/>
              <a:ext cx="4417868" cy="2236347"/>
              <a:chOff x="4851873" y="799745"/>
              <a:chExt cx="4417868" cy="2236347"/>
            </a:xfrm>
          </p:grpSpPr>
          <p:sp>
            <p:nvSpPr>
              <p:cNvPr id="18" name="TextBox 30">
                <a:extLst>
                  <a:ext uri="{FF2B5EF4-FFF2-40B4-BE49-F238E27FC236}">
                    <a16:creationId xmlns:a16="http://schemas.microsoft.com/office/drawing/2014/main" id="{B6D185E0-0EFC-C1EA-DA8F-C53FE0C7EE22}"/>
                  </a:ext>
                </a:extLst>
              </p:cNvPr>
              <p:cNvSpPr txBox="1"/>
              <p:nvPr/>
            </p:nvSpPr>
            <p:spPr>
              <a:xfrm>
                <a:off x="4851873" y="799745"/>
                <a:ext cx="4417868" cy="1526529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b="1" dirty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Top Station</a:t>
                </a:r>
                <a:endParaRPr lang="en-IN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9" name="TextBox 31">
                <a:extLst>
                  <a:ext uri="{FF2B5EF4-FFF2-40B4-BE49-F238E27FC236}">
                    <a16:creationId xmlns:a16="http://schemas.microsoft.com/office/drawing/2014/main" id="{59B227F8-CFE0-3BF5-4B83-5AC8DACAA366}"/>
                  </a:ext>
                </a:extLst>
              </p:cNvPr>
              <p:cNvSpPr txBox="1"/>
              <p:nvPr/>
            </p:nvSpPr>
            <p:spPr>
              <a:xfrm>
                <a:off x="5085416" y="1766889"/>
                <a:ext cx="3931319" cy="1269203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>
                  <a:solidFill>
                    <a:schemeClr val="bg1"/>
                  </a:solidFill>
                  <a:latin typeface="Amasis MT Pro Black" panose="02040A04050005020304" pitchFamily="18" charset="0"/>
                  <a:ea typeface="Calibri"/>
                  <a:cs typeface="Calibri"/>
                </a:endParaRPr>
              </a:p>
              <a:p>
                <a:pPr algn="ctr"/>
                <a:fld id="{E6899ABB-0273-414A-A24E-A7AB32262658}" type="TxLink">
                  <a:rPr lang="en-US" sz="1400" smtClean="0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Rashtreeya Vidyalaya Road</a:t>
                </a:fld>
                <a:endParaRPr lang="en-IN" sz="14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  <a:p>
                <a:pPr algn="ctr"/>
                <a:endParaRPr lang="en-IN" sz="12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C78A38F-1B97-7E24-9F3D-23C25D9012CD}"/>
                </a:ext>
              </a:extLst>
            </p:cNvPr>
            <p:cNvGrpSpPr/>
            <p:nvPr/>
          </p:nvGrpSpPr>
          <p:grpSpPr>
            <a:xfrm>
              <a:off x="9989834" y="825500"/>
              <a:ext cx="3974611" cy="1875207"/>
              <a:chOff x="9989834" y="825500"/>
              <a:chExt cx="3974611" cy="1875207"/>
            </a:xfrm>
          </p:grpSpPr>
          <p:sp>
            <p:nvSpPr>
              <p:cNvPr id="16" name="TextBox 28">
                <a:extLst>
                  <a:ext uri="{FF2B5EF4-FFF2-40B4-BE49-F238E27FC236}">
                    <a16:creationId xmlns:a16="http://schemas.microsoft.com/office/drawing/2014/main" id="{A28BF8CC-F415-6CA3-501F-775D70B2C0BA}"/>
                  </a:ext>
                </a:extLst>
              </p:cNvPr>
              <p:cNvSpPr txBox="1"/>
              <p:nvPr/>
            </p:nvSpPr>
            <p:spPr>
              <a:xfrm>
                <a:off x="9989834" y="825500"/>
                <a:ext cx="3974611" cy="150415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600" b="1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Peak</a:t>
                </a:r>
                <a:r>
                  <a:rPr lang="en-IN" sz="1600" b="1" baseline="0">
                    <a:solidFill>
                      <a:schemeClr val="bg1"/>
                    </a:solidFill>
                    <a:effectLst/>
                    <a:latin typeface="Amasis MT Pro Black" panose="02040A04050005020304" pitchFamily="18" charset="0"/>
                    <a:ea typeface="+mn-ea"/>
                    <a:cs typeface="+mn-cs"/>
                  </a:rPr>
                  <a:t> Hour</a:t>
                </a:r>
                <a:endParaRPr lang="en-IN" sz="1600" b="1">
                  <a:solidFill>
                    <a:schemeClr val="bg1"/>
                  </a:solidFill>
                  <a:effectLst/>
                  <a:latin typeface="Amasis MT Pro Black" panose="02040A04050005020304" pitchFamily="18" charset="0"/>
                </a:endParaRPr>
              </a:p>
              <a:p>
                <a:endParaRPr lang="en-IN" sz="1600" b="1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  <p:sp>
            <p:nvSpPr>
              <p:cNvPr id="17" name="TextBox 29">
                <a:extLst>
                  <a:ext uri="{FF2B5EF4-FFF2-40B4-BE49-F238E27FC236}">
                    <a16:creationId xmlns:a16="http://schemas.microsoft.com/office/drawing/2014/main" id="{FEBC67A1-C51B-672A-C568-038CC6655455}"/>
                  </a:ext>
                </a:extLst>
              </p:cNvPr>
              <p:cNvSpPr txBox="1"/>
              <p:nvPr/>
            </p:nvSpPr>
            <p:spPr>
              <a:xfrm>
                <a:off x="10242840" y="1751010"/>
                <a:ext cx="3483694" cy="949697"/>
              </a:xfrm>
              <a:prstGeom prst="rect">
                <a:avLst/>
              </a:prstGeom>
              <a:solidFill>
                <a:schemeClr val="tx1"/>
              </a:solidFill>
              <a:ln w="9525" cmpd="sng">
                <a:solidFill>
                  <a:schemeClr val="lt1">
                    <a:shade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9E4A46CE-B221-4434-BA8C-BF6DA2BADF36}" type="TxLink">
                  <a:rPr lang="en-US" sz="2000" b="1" i="0" u="none" strike="noStrike">
                    <a:solidFill>
                      <a:schemeClr val="bg1"/>
                    </a:solidFill>
                    <a:latin typeface="Amasis MT Pro Black" panose="02040A04050005020304" pitchFamily="18" charset="0"/>
                    <a:ea typeface="Calibri"/>
                    <a:cs typeface="Calibri"/>
                  </a:rPr>
                  <a:pPr algn="ctr"/>
                  <a:t>7:00 PM</a:t>
                </a:fld>
                <a:endParaRPr lang="en-IN" sz="2000" b="1" dirty="0">
                  <a:solidFill>
                    <a:schemeClr val="bg1"/>
                  </a:solidFill>
                  <a:latin typeface="Amasis MT Pro Black" panose="02040A04050005020304" pitchFamily="18" charset="0"/>
                </a:endParaRPr>
              </a:p>
            </p:txBody>
          </p:sp>
        </p:grpSp>
      </p:grp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FA12535-93AE-412F-900D-AA83D27DF0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0674278"/>
              </p:ext>
            </p:extLst>
          </p:nvPr>
        </p:nvGraphicFramePr>
        <p:xfrm>
          <a:off x="645117" y="4317998"/>
          <a:ext cx="10901766" cy="1940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F6AA236-9DC0-46AA-A044-7FC49AB4C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4162129"/>
              </p:ext>
            </p:extLst>
          </p:nvPr>
        </p:nvGraphicFramePr>
        <p:xfrm>
          <a:off x="1911067" y="1921070"/>
          <a:ext cx="5301488" cy="2269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5D0018AC-26A3-4DF5-A065-7494FCDF13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759988"/>
              </p:ext>
            </p:extLst>
          </p:nvPr>
        </p:nvGraphicFramePr>
        <p:xfrm>
          <a:off x="7405750" y="1932919"/>
          <a:ext cx="4141133" cy="2269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230911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7060F4-3D94-F8D4-40BD-C46CA68B2F3C}"/>
              </a:ext>
            </a:extLst>
          </p:cNvPr>
          <p:cNvSpPr txBox="1"/>
          <p:nvPr/>
        </p:nvSpPr>
        <p:spPr>
          <a:xfrm>
            <a:off x="1054100" y="195590"/>
            <a:ext cx="30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masis MT Pro Black" panose="02040A04050005020304" pitchFamily="18" charset="0"/>
              </a:rPr>
              <a:t>KEY INSIGHTS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82FE1-98DD-9319-3A4B-616BA87E9609}"/>
              </a:ext>
            </a:extLst>
          </p:cNvPr>
          <p:cNvSpPr txBox="1"/>
          <p:nvPr/>
        </p:nvSpPr>
        <p:spPr>
          <a:xfrm>
            <a:off x="914400" y="1010797"/>
            <a:ext cx="10355855" cy="501675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Ridership varies significantly by hour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with certain hours showing much higher passenger activity than others.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Passenger activity is concentrated at specific stations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helping identify the busiest locations in the network.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Metro lines show different travel patterns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with some lines experiencing higher activity during particular hours. </a:t>
            </a:r>
          </a:p>
          <a:p>
            <a:pPr lvl="0"/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Interchange stations experience noticeable passenger activity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making them important points for crowd and operational management.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Traffic patterns change throughout the day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showing differences between peak and lower-activity periods.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Payment behaviour varies across payment modes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providing a view of how passengers use different transaction methods. </a:t>
            </a:r>
          </a:p>
          <a:p>
            <a:pPr lvl="0"/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Revenue contribution differs between stations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indicating that some stations generate considerably more transaction value than others.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bg1"/>
                </a:solidFill>
                <a:latin typeface="Amasis MT Pro" panose="02040504050005020304" pitchFamily="18" charset="0"/>
              </a:rPr>
              <a:t>Weekly travel patterns are not uniform</a:t>
            </a:r>
            <a:r>
              <a:rPr lang="en-IN" sz="1600" dirty="0">
                <a:solidFill>
                  <a:schemeClr val="bg1"/>
                </a:solidFill>
                <a:latin typeface="Amasis MT Pro" panose="02040504050005020304" pitchFamily="18" charset="0"/>
              </a:rPr>
              <a:t>, with passenger activity changing across different days of the week.</a:t>
            </a:r>
          </a:p>
          <a:p>
            <a:endParaRPr lang="en-IN" sz="1600" dirty="0">
              <a:solidFill>
                <a:schemeClr val="bg1"/>
              </a:solidFill>
              <a:latin typeface="Amasis MT Pro" panose="02040504050005020304" pitchFamily="18" charset="0"/>
            </a:endParaRPr>
          </a:p>
        </p:txBody>
      </p:sp>
      <p:pic>
        <p:nvPicPr>
          <p:cNvPr id="6" name="Graphic 5" descr="Badge 6 with solid fill">
            <a:extLst>
              <a:ext uri="{FF2B5EF4-FFF2-40B4-BE49-F238E27FC236}">
                <a16:creationId xmlns:a16="http://schemas.microsoft.com/office/drawing/2014/main" id="{B1A010AD-FDFE-2C11-5126-909F59F83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2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03B67B-0109-6425-165D-8A0DF6AE59F3}"/>
              </a:ext>
            </a:extLst>
          </p:cNvPr>
          <p:cNvSpPr txBox="1"/>
          <p:nvPr/>
        </p:nvSpPr>
        <p:spPr>
          <a:xfrm>
            <a:off x="849086" y="696686"/>
            <a:ext cx="10450285" cy="531222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A11DE-AEE9-EE74-918E-C02A1FD4BCD5}"/>
              </a:ext>
            </a:extLst>
          </p:cNvPr>
          <p:cNvSpPr txBox="1"/>
          <p:nvPr/>
        </p:nvSpPr>
        <p:spPr>
          <a:xfrm>
            <a:off x="3317913" y="1871808"/>
            <a:ext cx="55561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solidFill>
                  <a:schemeClr val="bg1"/>
                </a:solidFill>
                <a:latin typeface="Amasis MT Pro Black" panose="02040A04050005020304" pitchFamily="18" charset="0"/>
              </a:rPr>
              <a:t>THANK YOU</a:t>
            </a:r>
            <a:endParaRPr lang="en-IN" sz="8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944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830</TotalTime>
  <Words>1064</Words>
  <Application>Microsoft Office PowerPoint</Application>
  <PresentationFormat>Widescreen</PresentationFormat>
  <Paragraphs>246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Amasis MT Pro</vt:lpstr>
      <vt:lpstr>Amasis MT Pro Black</vt:lpstr>
      <vt:lpstr>Amasis MT Pro Light</vt:lpstr>
      <vt:lpstr>Aptos</vt:lpstr>
      <vt:lpstr>Arial</vt:lpstr>
      <vt:lpstr>Neue Haas Grotesk Text Pro</vt:lpstr>
      <vt:lpstr>Wingdings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CR</dc:creator>
  <cp:lastModifiedBy>Akshaya CR</cp:lastModifiedBy>
  <cp:revision>2</cp:revision>
  <cp:lastPrinted>2026-10-09T09:31:08Z</cp:lastPrinted>
  <dcterms:created xsi:type="dcterms:W3CDTF">2026-10-07T14:04:02Z</dcterms:created>
  <dcterms:modified xsi:type="dcterms:W3CDTF">2026-10-09T09:44:49Z</dcterms:modified>
</cp:coreProperties>
</file>